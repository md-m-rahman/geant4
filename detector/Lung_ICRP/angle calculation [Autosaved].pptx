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64" r:id="rId3"/>
    <p:sldId id="257" r:id="rId4"/>
    <p:sldId id="265" r:id="rId5"/>
    <p:sldId id="266" r:id="rId6"/>
    <p:sldId id="267" r:id="rId7"/>
    <p:sldId id="263" r:id="rId8"/>
    <p:sldId id="268" r:id="rId9"/>
    <p:sldId id="26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53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ICRP_Lung\gamma_vlm2_3_to_detector430_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ICRP_Lung\gamma_vlm2_3_to_detector430_1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ICRP_Lung\gamma_vlm2_3_to_detector430_1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Volume 3:Tumor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Scatter_Volume_3!$H$1</c:f>
              <c:strCache>
                <c:ptCount val="1"/>
                <c:pt idx="0">
                  <c:v>scatter_k_keV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Scatter_Volume_3!$G$2:$G$131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Scatter_Volume_3!$H$2:$H$131</c:f>
              <c:numCache>
                <c:formatCode>General</c:formatCode>
                <c:ptCount val="130"/>
                <c:pt idx="0">
                  <c:v>302.46020975326809</c:v>
                </c:pt>
                <c:pt idx="1">
                  <c:v>170.03615060456031</c:v>
                </c:pt>
                <c:pt idx="2">
                  <c:v>539.09931940693525</c:v>
                </c:pt>
                <c:pt idx="3">
                  <c:v>565.506954640868</c:v>
                </c:pt>
                <c:pt idx="4">
                  <c:v>589.26232613535615</c:v>
                </c:pt>
                <c:pt idx="5">
                  <c:v>600.00366091629667</c:v>
                </c:pt>
                <c:pt idx="6">
                  <c:v>580.59986828176432</c:v>
                </c:pt>
                <c:pt idx="7">
                  <c:v>586.77380225755871</c:v>
                </c:pt>
                <c:pt idx="8">
                  <c:v>528.88783689176171</c:v>
                </c:pt>
                <c:pt idx="9">
                  <c:v>538.65121232621641</c:v>
                </c:pt>
                <c:pt idx="10">
                  <c:v>519.62038029860423</c:v>
                </c:pt>
                <c:pt idx="11">
                  <c:v>610.44011999530971</c:v>
                </c:pt>
                <c:pt idx="12">
                  <c:v>603.84085901427204</c:v>
                </c:pt>
                <c:pt idx="13">
                  <c:v>615.03628872225204</c:v>
                </c:pt>
                <c:pt idx="14">
                  <c:v>619.70901460535379</c:v>
                </c:pt>
                <c:pt idx="15">
                  <c:v>604.36162187277569</c:v>
                </c:pt>
                <c:pt idx="16">
                  <c:v>592.65650589872985</c:v>
                </c:pt>
                <c:pt idx="17">
                  <c:v>518.27461748981193</c:v>
                </c:pt>
                <c:pt idx="18">
                  <c:v>507.17000445498093</c:v>
                </c:pt>
                <c:pt idx="19">
                  <c:v>581.87269039983209</c:v>
                </c:pt>
                <c:pt idx="20">
                  <c:v>603.61730797467908</c:v>
                </c:pt>
                <c:pt idx="21">
                  <c:v>548.8148287800343</c:v>
                </c:pt>
                <c:pt idx="22">
                  <c:v>615.47121776952054</c:v>
                </c:pt>
                <c:pt idx="23">
                  <c:v>576.48654225598216</c:v>
                </c:pt>
                <c:pt idx="24">
                  <c:v>187.9687309251434</c:v>
                </c:pt>
                <c:pt idx="25">
                  <c:v>621.97080147470979</c:v>
                </c:pt>
                <c:pt idx="26">
                  <c:v>512.80044229378143</c:v>
                </c:pt>
                <c:pt idx="27">
                  <c:v>579.76158159901615</c:v>
                </c:pt>
                <c:pt idx="28">
                  <c:v>577.87365776822867</c:v>
                </c:pt>
                <c:pt idx="29">
                  <c:v>547.52726273839301</c:v>
                </c:pt>
                <c:pt idx="30">
                  <c:v>525.56101211885834</c:v>
                </c:pt>
                <c:pt idx="31">
                  <c:v>565.29519518463246</c:v>
                </c:pt>
                <c:pt idx="32">
                  <c:v>515.0765382785213</c:v>
                </c:pt>
                <c:pt idx="33">
                  <c:v>528.17512636823926</c:v>
                </c:pt>
                <c:pt idx="34">
                  <c:v>546.06027183932622</c:v>
                </c:pt>
                <c:pt idx="35">
                  <c:v>521.31132346505831</c:v>
                </c:pt>
                <c:pt idx="36">
                  <c:v>513.41925597516388</c:v>
                </c:pt>
                <c:pt idx="37">
                  <c:v>577.55682230506966</c:v>
                </c:pt>
                <c:pt idx="38">
                  <c:v>546.93522461942518</c:v>
                </c:pt>
                <c:pt idx="39">
                  <c:v>533.83605509470124</c:v>
                </c:pt>
                <c:pt idx="40">
                  <c:v>537.20637954115591</c:v>
                </c:pt>
                <c:pt idx="41">
                  <c:v>572.06780368525312</c:v>
                </c:pt>
                <c:pt idx="42">
                  <c:v>502.2975334198938</c:v>
                </c:pt>
                <c:pt idx="43">
                  <c:v>544.22334420987022</c:v>
                </c:pt>
                <c:pt idx="44">
                  <c:v>582.12255651740634</c:v>
                </c:pt>
                <c:pt idx="45">
                  <c:v>563.40640848012674</c:v>
                </c:pt>
                <c:pt idx="46">
                  <c:v>572.64202497417864</c:v>
                </c:pt>
                <c:pt idx="47">
                  <c:v>607.86693731705429</c:v>
                </c:pt>
                <c:pt idx="48">
                  <c:v>544.31847094938576</c:v>
                </c:pt>
                <c:pt idx="49">
                  <c:v>586.04869429608254</c:v>
                </c:pt>
                <c:pt idx="50">
                  <c:v>558.42914369776975</c:v>
                </c:pt>
                <c:pt idx="51">
                  <c:v>506.06416694342659</c:v>
                </c:pt>
                <c:pt idx="52">
                  <c:v>584.83816333390132</c:v>
                </c:pt>
                <c:pt idx="53">
                  <c:v>597.30488776864672</c:v>
                </c:pt>
                <c:pt idx="54">
                  <c:v>564.71531053954686</c:v>
                </c:pt>
                <c:pt idx="55">
                  <c:v>540.43332761006218</c:v>
                </c:pt>
                <c:pt idx="56">
                  <c:v>520.15633383182364</c:v>
                </c:pt>
                <c:pt idx="57">
                  <c:v>588.3725481767525</c:v>
                </c:pt>
                <c:pt idx="58">
                  <c:v>589.3706010044026</c:v>
                </c:pt>
                <c:pt idx="59">
                  <c:v>557.87594440395628</c:v>
                </c:pt>
                <c:pt idx="60">
                  <c:v>510.75829649135449</c:v>
                </c:pt>
                <c:pt idx="61">
                  <c:v>573.91560064322016</c:v>
                </c:pt>
                <c:pt idx="62">
                  <c:v>597.72525031083183</c:v>
                </c:pt>
                <c:pt idx="63">
                  <c:v>510.34305982830898</c:v>
                </c:pt>
                <c:pt idx="64">
                  <c:v>541.16579008697033</c:v>
                </c:pt>
                <c:pt idx="65">
                  <c:v>576.78150411902743</c:v>
                </c:pt>
                <c:pt idx="66">
                  <c:v>601.03081503284113</c:v>
                </c:pt>
                <c:pt idx="67">
                  <c:v>510.69947519118591</c:v>
                </c:pt>
                <c:pt idx="68">
                  <c:v>576.63712973296526</c:v>
                </c:pt>
                <c:pt idx="69">
                  <c:v>584.67145036671434</c:v>
                </c:pt>
                <c:pt idx="70">
                  <c:v>582.30950335471107</c:v>
                </c:pt>
                <c:pt idx="71">
                  <c:v>607.26783114484704</c:v>
                </c:pt>
                <c:pt idx="72">
                  <c:v>556.6349615768878</c:v>
                </c:pt>
                <c:pt idx="73">
                  <c:v>551.31293310341266</c:v>
                </c:pt>
                <c:pt idx="74">
                  <c:v>587.7868951710966</c:v>
                </c:pt>
                <c:pt idx="75">
                  <c:v>545.04658391404666</c:v>
                </c:pt>
                <c:pt idx="76">
                  <c:v>580.21898431728403</c:v>
                </c:pt>
                <c:pt idx="77">
                  <c:v>556.11001903552517</c:v>
                </c:pt>
                <c:pt idx="78">
                  <c:v>214.94392584596659</c:v>
                </c:pt>
                <c:pt idx="79">
                  <c:v>119.0314625684169</c:v>
                </c:pt>
                <c:pt idx="80">
                  <c:v>586.26688852467953</c:v>
                </c:pt>
                <c:pt idx="81">
                  <c:v>566.6280678335479</c:v>
                </c:pt>
                <c:pt idx="82">
                  <c:v>520.06125373060502</c:v>
                </c:pt>
                <c:pt idx="83">
                  <c:v>612.74896699089663</c:v>
                </c:pt>
                <c:pt idx="84">
                  <c:v>606.35165679599493</c:v>
                </c:pt>
                <c:pt idx="85">
                  <c:v>552.04190024500576</c:v>
                </c:pt>
                <c:pt idx="86">
                  <c:v>592.91946436965736</c:v>
                </c:pt>
                <c:pt idx="87">
                  <c:v>616.02772099683807</c:v>
                </c:pt>
                <c:pt idx="88">
                  <c:v>504.50079728319838</c:v>
                </c:pt>
                <c:pt idx="89">
                  <c:v>599.9758113272336</c:v>
                </c:pt>
                <c:pt idx="90">
                  <c:v>542.93879978263578</c:v>
                </c:pt>
                <c:pt idx="91">
                  <c:v>580.14533066894808</c:v>
                </c:pt>
                <c:pt idx="92">
                  <c:v>569.75472689902347</c:v>
                </c:pt>
                <c:pt idx="93">
                  <c:v>555.17884294430428</c:v>
                </c:pt>
                <c:pt idx="94">
                  <c:v>591.75494232270546</c:v>
                </c:pt>
                <c:pt idx="95">
                  <c:v>552.32095054543913</c:v>
                </c:pt>
                <c:pt idx="96">
                  <c:v>553.66706760122065</c:v>
                </c:pt>
                <c:pt idx="97">
                  <c:v>594.18276956789214</c:v>
                </c:pt>
                <c:pt idx="98">
                  <c:v>588.97772412387053</c:v>
                </c:pt>
                <c:pt idx="99">
                  <c:v>569.82743660601841</c:v>
                </c:pt>
                <c:pt idx="100">
                  <c:v>582.32377711629238</c:v>
                </c:pt>
                <c:pt idx="101">
                  <c:v>603.18046635790074</c:v>
                </c:pt>
                <c:pt idx="102">
                  <c:v>509.31243831342891</c:v>
                </c:pt>
                <c:pt idx="103">
                  <c:v>552.64199092148738</c:v>
                </c:pt>
                <c:pt idx="104">
                  <c:v>592.20874129199615</c:v>
                </c:pt>
                <c:pt idx="105">
                  <c:v>594.07187858875704</c:v>
                </c:pt>
                <c:pt idx="106">
                  <c:v>619.05452548925757</c:v>
                </c:pt>
                <c:pt idx="107">
                  <c:v>513.36637823161198</c:v>
                </c:pt>
                <c:pt idx="108">
                  <c:v>221.95180588541149</c:v>
                </c:pt>
                <c:pt idx="109">
                  <c:v>563.82746385351663</c:v>
                </c:pt>
                <c:pt idx="110">
                  <c:v>559.18880905332844</c:v>
                </c:pt>
                <c:pt idx="111">
                  <c:v>550.73214621781199</c:v>
                </c:pt>
                <c:pt idx="112">
                  <c:v>487.99926038876328</c:v>
                </c:pt>
                <c:pt idx="113">
                  <c:v>574.11780989294527</c:v>
                </c:pt>
                <c:pt idx="114">
                  <c:v>528.00690790583621</c:v>
                </c:pt>
                <c:pt idx="115">
                  <c:v>597.46452793156971</c:v>
                </c:pt>
                <c:pt idx="116">
                  <c:v>552.84923467633769</c:v>
                </c:pt>
                <c:pt idx="117">
                  <c:v>594.48310557304603</c:v>
                </c:pt>
                <c:pt idx="118">
                  <c:v>547.67724293601657</c:v>
                </c:pt>
                <c:pt idx="119">
                  <c:v>417.49982036177562</c:v>
                </c:pt>
                <c:pt idx="120">
                  <c:v>568.37960373296141</c:v>
                </c:pt>
                <c:pt idx="121">
                  <c:v>584.61732406901933</c:v>
                </c:pt>
                <c:pt idx="122">
                  <c:v>549.73702489573952</c:v>
                </c:pt>
                <c:pt idx="123">
                  <c:v>620.67186392192059</c:v>
                </c:pt>
                <c:pt idx="124">
                  <c:v>615.47019568255223</c:v>
                </c:pt>
                <c:pt idx="125">
                  <c:v>597.58395511346805</c:v>
                </c:pt>
                <c:pt idx="126">
                  <c:v>525.04552126954422</c:v>
                </c:pt>
                <c:pt idx="127">
                  <c:v>622.47445795868759</c:v>
                </c:pt>
                <c:pt idx="128">
                  <c:v>575.14869282842892</c:v>
                </c:pt>
                <c:pt idx="129">
                  <c:v>530.88060390056057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23E-4D92-BE6A-6459749ABCBE}"/>
            </c:ext>
          </c:extLst>
        </c:ser>
        <c:ser>
          <c:idx val="1"/>
          <c:order val="1"/>
          <c:tx>
            <c:strRef>
              <c:f>Scatter_Volume_3!$I$1</c:f>
              <c:strCache>
                <c:ptCount val="1"/>
                <c:pt idx="0">
                  <c:v>scatter_energy_loss_keV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Scatter_Volume_3!$G$2:$G$131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Scatter_Volume_3!$I$2:$I$131</c:f>
              <c:numCache>
                <c:formatCode>General</c:formatCode>
                <c:ptCount val="130"/>
                <c:pt idx="0">
                  <c:v>359.53979024673191</c:v>
                </c:pt>
                <c:pt idx="1">
                  <c:v>491.96384939543958</c:v>
                </c:pt>
                <c:pt idx="2">
                  <c:v>122.90068059306471</c:v>
                </c:pt>
                <c:pt idx="3">
                  <c:v>96.493045359131997</c:v>
                </c:pt>
                <c:pt idx="4">
                  <c:v>72.737673864643853</c:v>
                </c:pt>
                <c:pt idx="5">
                  <c:v>61.996339083703333</c:v>
                </c:pt>
                <c:pt idx="6">
                  <c:v>81.400131718235684</c:v>
                </c:pt>
                <c:pt idx="7">
                  <c:v>75.226197742441286</c:v>
                </c:pt>
                <c:pt idx="8">
                  <c:v>133.11216310823829</c:v>
                </c:pt>
                <c:pt idx="9">
                  <c:v>123.3487876737836</c:v>
                </c:pt>
                <c:pt idx="10">
                  <c:v>142.3796197013958</c:v>
                </c:pt>
                <c:pt idx="11">
                  <c:v>51.559880004690292</c:v>
                </c:pt>
                <c:pt idx="12">
                  <c:v>58.159140985727959</c:v>
                </c:pt>
                <c:pt idx="13">
                  <c:v>46.963711277747962</c:v>
                </c:pt>
                <c:pt idx="14">
                  <c:v>42.290985394646214</c:v>
                </c:pt>
                <c:pt idx="15">
                  <c:v>57.638378127224307</c:v>
                </c:pt>
                <c:pt idx="16">
                  <c:v>69.343494101270153</c:v>
                </c:pt>
                <c:pt idx="17">
                  <c:v>143.7253825101881</c:v>
                </c:pt>
                <c:pt idx="18">
                  <c:v>154.8299955450191</c:v>
                </c:pt>
                <c:pt idx="19">
                  <c:v>80.127309600167905</c:v>
                </c:pt>
                <c:pt idx="20">
                  <c:v>58.382692025320921</c:v>
                </c:pt>
                <c:pt idx="21">
                  <c:v>113.1851712199657</c:v>
                </c:pt>
                <c:pt idx="22">
                  <c:v>46.528782230479457</c:v>
                </c:pt>
                <c:pt idx="23">
                  <c:v>85.513457744017842</c:v>
                </c:pt>
                <c:pt idx="24">
                  <c:v>474.0312690748566</c:v>
                </c:pt>
                <c:pt idx="25">
                  <c:v>40.029198525290212</c:v>
                </c:pt>
                <c:pt idx="26">
                  <c:v>149.1995577062186</c:v>
                </c:pt>
                <c:pt idx="27">
                  <c:v>82.238418400983846</c:v>
                </c:pt>
                <c:pt idx="28">
                  <c:v>84.126342231771332</c:v>
                </c:pt>
                <c:pt idx="29">
                  <c:v>114.47273726160699</c:v>
                </c:pt>
                <c:pt idx="30">
                  <c:v>136.43898788114171</c:v>
                </c:pt>
                <c:pt idx="31">
                  <c:v>96.704804815367538</c:v>
                </c:pt>
                <c:pt idx="32">
                  <c:v>146.9234617214787</c:v>
                </c:pt>
                <c:pt idx="33">
                  <c:v>133.82487363176071</c:v>
                </c:pt>
                <c:pt idx="34">
                  <c:v>115.93972816067379</c:v>
                </c:pt>
                <c:pt idx="35">
                  <c:v>140.68867653494169</c:v>
                </c:pt>
                <c:pt idx="36">
                  <c:v>148.58074402483609</c:v>
                </c:pt>
                <c:pt idx="37">
                  <c:v>84.443177694930341</c:v>
                </c:pt>
                <c:pt idx="38">
                  <c:v>115.0647753805748</c:v>
                </c:pt>
                <c:pt idx="39">
                  <c:v>128.16394490529879</c:v>
                </c:pt>
                <c:pt idx="40">
                  <c:v>124.7936204588441</c:v>
                </c:pt>
                <c:pt idx="41">
                  <c:v>89.932196314746875</c:v>
                </c:pt>
                <c:pt idx="42">
                  <c:v>159.7024665801062</c:v>
                </c:pt>
                <c:pt idx="43">
                  <c:v>117.77665579012979</c:v>
                </c:pt>
                <c:pt idx="44">
                  <c:v>79.877443482593662</c:v>
                </c:pt>
                <c:pt idx="45">
                  <c:v>98.593591519873257</c:v>
                </c:pt>
                <c:pt idx="46">
                  <c:v>89.357975025821361</c:v>
                </c:pt>
                <c:pt idx="47">
                  <c:v>54.133062682945713</c:v>
                </c:pt>
                <c:pt idx="48">
                  <c:v>117.6815290506142</c:v>
                </c:pt>
                <c:pt idx="49">
                  <c:v>75.951305703917456</c:v>
                </c:pt>
                <c:pt idx="50">
                  <c:v>103.5708563022303</c:v>
                </c:pt>
                <c:pt idx="51">
                  <c:v>155.93583305657339</c:v>
                </c:pt>
                <c:pt idx="52">
                  <c:v>77.161836666098679</c:v>
                </c:pt>
                <c:pt idx="53">
                  <c:v>64.695112231353278</c:v>
                </c:pt>
                <c:pt idx="54">
                  <c:v>97.284689460453137</c:v>
                </c:pt>
                <c:pt idx="55">
                  <c:v>121.56667238993781</c:v>
                </c:pt>
                <c:pt idx="56">
                  <c:v>141.84366616817641</c:v>
                </c:pt>
                <c:pt idx="57">
                  <c:v>73.627451823247497</c:v>
                </c:pt>
                <c:pt idx="58">
                  <c:v>72.629398995597398</c:v>
                </c:pt>
                <c:pt idx="59">
                  <c:v>104.1240555960437</c:v>
                </c:pt>
                <c:pt idx="60">
                  <c:v>151.24170350864549</c:v>
                </c:pt>
                <c:pt idx="61">
                  <c:v>88.084399356779841</c:v>
                </c:pt>
                <c:pt idx="62">
                  <c:v>64.274749689168175</c:v>
                </c:pt>
                <c:pt idx="63">
                  <c:v>151.65694017169099</c:v>
                </c:pt>
                <c:pt idx="64">
                  <c:v>120.8342099130297</c:v>
                </c:pt>
                <c:pt idx="65">
                  <c:v>85.218495880972569</c:v>
                </c:pt>
                <c:pt idx="66">
                  <c:v>60.969184967158867</c:v>
                </c:pt>
                <c:pt idx="67">
                  <c:v>151.30052480881409</c:v>
                </c:pt>
                <c:pt idx="68">
                  <c:v>85.362870267034737</c:v>
                </c:pt>
                <c:pt idx="69">
                  <c:v>77.328549633285661</c:v>
                </c:pt>
                <c:pt idx="70">
                  <c:v>79.690496645288931</c:v>
                </c:pt>
                <c:pt idx="71">
                  <c:v>54.732168855152963</c:v>
                </c:pt>
                <c:pt idx="72">
                  <c:v>105.3650384231122</c:v>
                </c:pt>
                <c:pt idx="73">
                  <c:v>110.6870668965873</c:v>
                </c:pt>
                <c:pt idx="74">
                  <c:v>74.213104828903397</c:v>
                </c:pt>
                <c:pt idx="75">
                  <c:v>116.95341608595329</c:v>
                </c:pt>
                <c:pt idx="76">
                  <c:v>81.781015682715974</c:v>
                </c:pt>
                <c:pt idx="77">
                  <c:v>105.8899809644748</c:v>
                </c:pt>
                <c:pt idx="78">
                  <c:v>447.05607415403341</c:v>
                </c:pt>
                <c:pt idx="79">
                  <c:v>542.96853743158306</c:v>
                </c:pt>
                <c:pt idx="80">
                  <c:v>75.73311147532047</c:v>
                </c:pt>
                <c:pt idx="81">
                  <c:v>95.371932166452098</c:v>
                </c:pt>
                <c:pt idx="82">
                  <c:v>141.93874626939501</c:v>
                </c:pt>
                <c:pt idx="83">
                  <c:v>49.251033009103367</c:v>
                </c:pt>
                <c:pt idx="84">
                  <c:v>55.648343204005073</c:v>
                </c:pt>
                <c:pt idx="85">
                  <c:v>109.95809975499419</c:v>
                </c:pt>
                <c:pt idx="86">
                  <c:v>69.080535630342638</c:v>
                </c:pt>
                <c:pt idx="87">
                  <c:v>45.97227900316193</c:v>
                </c:pt>
                <c:pt idx="88">
                  <c:v>157.49920271680159</c:v>
                </c:pt>
                <c:pt idx="89">
                  <c:v>62.0241886727664</c:v>
                </c:pt>
                <c:pt idx="90">
                  <c:v>119.0612002173642</c:v>
                </c:pt>
                <c:pt idx="91">
                  <c:v>81.854669331051923</c:v>
                </c:pt>
                <c:pt idx="92">
                  <c:v>92.245273100976533</c:v>
                </c:pt>
                <c:pt idx="93">
                  <c:v>106.82115705569571</c:v>
                </c:pt>
                <c:pt idx="94">
                  <c:v>70.24505767729454</c:v>
                </c:pt>
                <c:pt idx="95">
                  <c:v>109.6790494545609</c:v>
                </c:pt>
                <c:pt idx="96">
                  <c:v>108.33293239877931</c:v>
                </c:pt>
                <c:pt idx="97">
                  <c:v>67.817230432107863</c:v>
                </c:pt>
                <c:pt idx="98">
                  <c:v>73.02227587612947</c:v>
                </c:pt>
                <c:pt idx="99">
                  <c:v>92.172563393981591</c:v>
                </c:pt>
                <c:pt idx="100">
                  <c:v>79.676222883707624</c:v>
                </c:pt>
                <c:pt idx="101">
                  <c:v>58.819533642099259</c:v>
                </c:pt>
                <c:pt idx="102">
                  <c:v>152.68756168657109</c:v>
                </c:pt>
                <c:pt idx="103">
                  <c:v>109.35800907851259</c:v>
                </c:pt>
                <c:pt idx="104">
                  <c:v>69.791258708003852</c:v>
                </c:pt>
                <c:pt idx="105">
                  <c:v>67.928121411242955</c:v>
                </c:pt>
                <c:pt idx="106">
                  <c:v>42.945474510742429</c:v>
                </c:pt>
                <c:pt idx="107">
                  <c:v>148.633621768388</c:v>
                </c:pt>
                <c:pt idx="108">
                  <c:v>440.04819411458851</c:v>
                </c:pt>
                <c:pt idx="109">
                  <c:v>98.172536146483367</c:v>
                </c:pt>
                <c:pt idx="110">
                  <c:v>102.8111909466716</c:v>
                </c:pt>
                <c:pt idx="111">
                  <c:v>111.267853782188</c:v>
                </c:pt>
                <c:pt idx="112">
                  <c:v>174.0007396112367</c:v>
                </c:pt>
                <c:pt idx="113">
                  <c:v>87.882190107054726</c:v>
                </c:pt>
                <c:pt idx="114">
                  <c:v>133.99309209416381</c:v>
                </c:pt>
                <c:pt idx="115">
                  <c:v>64.535472068430295</c:v>
                </c:pt>
                <c:pt idx="116">
                  <c:v>109.1507653236623</c:v>
                </c:pt>
                <c:pt idx="117">
                  <c:v>67.516894426953968</c:v>
                </c:pt>
                <c:pt idx="118">
                  <c:v>114.3227570639834</c:v>
                </c:pt>
                <c:pt idx="119">
                  <c:v>244.50017963822441</c:v>
                </c:pt>
                <c:pt idx="120">
                  <c:v>93.620396267038586</c:v>
                </c:pt>
                <c:pt idx="121">
                  <c:v>77.382675930980668</c:v>
                </c:pt>
                <c:pt idx="122">
                  <c:v>112.26297510426051</c:v>
                </c:pt>
                <c:pt idx="123">
                  <c:v>41.32813607807941</c:v>
                </c:pt>
                <c:pt idx="124">
                  <c:v>46.52980431744777</c:v>
                </c:pt>
                <c:pt idx="125">
                  <c:v>64.416044886531949</c:v>
                </c:pt>
                <c:pt idx="126">
                  <c:v>136.9544787304558</c:v>
                </c:pt>
                <c:pt idx="127">
                  <c:v>39.525542041312413</c:v>
                </c:pt>
                <c:pt idx="128">
                  <c:v>86.851307171571079</c:v>
                </c:pt>
                <c:pt idx="129">
                  <c:v>131.1193960994394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E23E-4D92-BE6A-6459749ABC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12049136"/>
        <c:axId val="1327349840"/>
      </c:scatterChart>
      <c:valAx>
        <c:axId val="14120491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Compton</a:t>
                </a:r>
                <a:r>
                  <a:rPr lang="en-US" baseline="0"/>
                  <a:t> Angle (</a:t>
                </a:r>
                <a:r>
                  <a:rPr lang="en-US" sz="1000" b="0" i="0" u="none" strike="noStrike" baseline="0"/>
                  <a:t>θ)</a:t>
                </a:r>
                <a:r>
                  <a:rPr lang="en-US" baseline="0"/>
                  <a:t> 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7349840"/>
        <c:crosses val="autoZero"/>
        <c:crossBetween val="midCat"/>
      </c:valAx>
      <c:valAx>
        <c:axId val="1327349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E' (keV)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1204913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2526640419947506"/>
          <c:y val="0.20891149023038783"/>
          <c:w val="0.54391163604549431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981714785651793"/>
          <c:y val="0.16203703703703703"/>
          <c:w val="0.81229396325459313"/>
          <c:h val="0.637599883347914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Scatter_Volume_3!$X$1</c:f>
              <c:strCache>
                <c:ptCount val="1"/>
                <c:pt idx="0">
                  <c:v>detector_k_keV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Scatter_Volume_3!$X$2:$X$131</c:f>
              <c:numCache>
                <c:formatCode>General</c:formatCode>
                <c:ptCount val="130"/>
                <c:pt idx="0">
                  <c:v>170.03615060456031</c:v>
                </c:pt>
                <c:pt idx="1">
                  <c:v>170.03615060456031</c:v>
                </c:pt>
                <c:pt idx="2">
                  <c:v>442.34484028648268</c:v>
                </c:pt>
                <c:pt idx="3">
                  <c:v>384.47453074144289</c:v>
                </c:pt>
                <c:pt idx="4">
                  <c:v>589.26232613535615</c:v>
                </c:pt>
                <c:pt idx="5">
                  <c:v>600.00366091629667</c:v>
                </c:pt>
                <c:pt idx="6">
                  <c:v>580.59986828176432</c:v>
                </c:pt>
                <c:pt idx="7">
                  <c:v>586.77380225755871</c:v>
                </c:pt>
                <c:pt idx="8">
                  <c:v>198.74798634080591</c:v>
                </c:pt>
                <c:pt idx="9">
                  <c:v>538.65121232621641</c:v>
                </c:pt>
                <c:pt idx="10">
                  <c:v>519.62038029860423</c:v>
                </c:pt>
                <c:pt idx="11">
                  <c:v>610.44011999530971</c:v>
                </c:pt>
                <c:pt idx="12">
                  <c:v>603.84085901427204</c:v>
                </c:pt>
                <c:pt idx="13">
                  <c:v>613.4453538017342</c:v>
                </c:pt>
                <c:pt idx="14">
                  <c:v>619.70901460535379</c:v>
                </c:pt>
                <c:pt idx="15">
                  <c:v>604.36162187277569</c:v>
                </c:pt>
                <c:pt idx="16">
                  <c:v>592.65650589872985</c:v>
                </c:pt>
                <c:pt idx="17">
                  <c:v>518.27461748981193</c:v>
                </c:pt>
                <c:pt idx="18">
                  <c:v>186.24226241583889</c:v>
                </c:pt>
                <c:pt idx="19">
                  <c:v>581.87269039983209</c:v>
                </c:pt>
                <c:pt idx="20">
                  <c:v>603.61730797467908</c:v>
                </c:pt>
                <c:pt idx="21">
                  <c:v>0</c:v>
                </c:pt>
                <c:pt idx="22">
                  <c:v>615.47121776952054</c:v>
                </c:pt>
                <c:pt idx="23">
                  <c:v>576.48654225598216</c:v>
                </c:pt>
                <c:pt idx="24">
                  <c:v>0</c:v>
                </c:pt>
                <c:pt idx="25">
                  <c:v>621.97080147470979</c:v>
                </c:pt>
                <c:pt idx="26">
                  <c:v>512.80044229378143</c:v>
                </c:pt>
                <c:pt idx="27">
                  <c:v>445.45950089518448</c:v>
                </c:pt>
                <c:pt idx="28">
                  <c:v>202.04662815504969</c:v>
                </c:pt>
                <c:pt idx="29">
                  <c:v>547.52726273839301</c:v>
                </c:pt>
                <c:pt idx="30">
                  <c:v>525.56101211885834</c:v>
                </c:pt>
                <c:pt idx="31">
                  <c:v>565.29519518463246</c:v>
                </c:pt>
                <c:pt idx="32">
                  <c:v>360.62542968591782</c:v>
                </c:pt>
                <c:pt idx="33">
                  <c:v>528.17512636823926</c:v>
                </c:pt>
                <c:pt idx="34">
                  <c:v>546.06027183932622</c:v>
                </c:pt>
                <c:pt idx="35">
                  <c:v>521.31132346505831</c:v>
                </c:pt>
                <c:pt idx="36">
                  <c:v>253.36049480292439</c:v>
                </c:pt>
                <c:pt idx="37">
                  <c:v>577.55682230506966</c:v>
                </c:pt>
                <c:pt idx="38">
                  <c:v>546.93522461942518</c:v>
                </c:pt>
                <c:pt idx="39">
                  <c:v>288.4010166698551</c:v>
                </c:pt>
                <c:pt idx="40">
                  <c:v>537.20637954115591</c:v>
                </c:pt>
                <c:pt idx="41">
                  <c:v>572.06780368525312</c:v>
                </c:pt>
                <c:pt idx="42">
                  <c:v>502.2975334198938</c:v>
                </c:pt>
                <c:pt idx="43">
                  <c:v>544.22334420987022</c:v>
                </c:pt>
                <c:pt idx="44">
                  <c:v>582.12255651740634</c:v>
                </c:pt>
                <c:pt idx="45">
                  <c:v>563.40640848012674</c:v>
                </c:pt>
                <c:pt idx="46">
                  <c:v>0</c:v>
                </c:pt>
                <c:pt idx="47">
                  <c:v>607.86693731705429</c:v>
                </c:pt>
                <c:pt idx="48">
                  <c:v>544.31847094938576</c:v>
                </c:pt>
                <c:pt idx="49">
                  <c:v>390.54669565891959</c:v>
                </c:pt>
                <c:pt idx="50">
                  <c:v>540.31347396757735</c:v>
                </c:pt>
                <c:pt idx="51">
                  <c:v>190.45576251778911</c:v>
                </c:pt>
                <c:pt idx="52">
                  <c:v>584.83816333390132</c:v>
                </c:pt>
                <c:pt idx="53">
                  <c:v>414.25816810859851</c:v>
                </c:pt>
                <c:pt idx="54">
                  <c:v>351.88516182559079</c:v>
                </c:pt>
                <c:pt idx="55">
                  <c:v>241.7293410417081</c:v>
                </c:pt>
                <c:pt idx="56">
                  <c:v>520.15633383182364</c:v>
                </c:pt>
                <c:pt idx="57">
                  <c:v>443.85513109675912</c:v>
                </c:pt>
                <c:pt idx="58">
                  <c:v>589.3706010044026</c:v>
                </c:pt>
                <c:pt idx="59">
                  <c:v>557.87594440395628</c:v>
                </c:pt>
                <c:pt idx="60">
                  <c:v>510.75829649135449</c:v>
                </c:pt>
                <c:pt idx="61">
                  <c:v>375.90546322968868</c:v>
                </c:pt>
                <c:pt idx="62">
                  <c:v>597.72525031083183</c:v>
                </c:pt>
                <c:pt idx="63">
                  <c:v>510.34305982830898</c:v>
                </c:pt>
                <c:pt idx="64">
                  <c:v>541.16579008697033</c:v>
                </c:pt>
                <c:pt idx="65">
                  <c:v>576.78150411902743</c:v>
                </c:pt>
                <c:pt idx="66">
                  <c:v>601.03081503284113</c:v>
                </c:pt>
                <c:pt idx="67">
                  <c:v>207.72705874964689</c:v>
                </c:pt>
                <c:pt idx="68">
                  <c:v>576.63712973296526</c:v>
                </c:pt>
                <c:pt idx="69">
                  <c:v>568.76654955887227</c:v>
                </c:pt>
                <c:pt idx="70">
                  <c:v>219.0307762649237</c:v>
                </c:pt>
                <c:pt idx="71">
                  <c:v>607.26783114484704</c:v>
                </c:pt>
                <c:pt idx="72">
                  <c:v>556.6349615768878</c:v>
                </c:pt>
                <c:pt idx="73">
                  <c:v>551.31293310341266</c:v>
                </c:pt>
                <c:pt idx="74">
                  <c:v>587.7868951710966</c:v>
                </c:pt>
                <c:pt idx="75">
                  <c:v>545.04658391404666</c:v>
                </c:pt>
                <c:pt idx="76">
                  <c:v>580.21898431728403</c:v>
                </c:pt>
                <c:pt idx="77">
                  <c:v>556.11001903552517</c:v>
                </c:pt>
                <c:pt idx="78">
                  <c:v>0</c:v>
                </c:pt>
                <c:pt idx="79">
                  <c:v>0</c:v>
                </c:pt>
                <c:pt idx="80">
                  <c:v>586.26688852467953</c:v>
                </c:pt>
                <c:pt idx="81">
                  <c:v>566.6280678335479</c:v>
                </c:pt>
                <c:pt idx="82">
                  <c:v>520.06125373060502</c:v>
                </c:pt>
                <c:pt idx="83">
                  <c:v>612.74896699089663</c:v>
                </c:pt>
                <c:pt idx="84">
                  <c:v>606.35165679599493</c:v>
                </c:pt>
                <c:pt idx="85">
                  <c:v>223.1026704794393</c:v>
                </c:pt>
                <c:pt idx="86">
                  <c:v>386.91685816460091</c:v>
                </c:pt>
                <c:pt idx="87">
                  <c:v>616.02772099683807</c:v>
                </c:pt>
                <c:pt idx="88">
                  <c:v>504.50079728319838</c:v>
                </c:pt>
                <c:pt idx="89">
                  <c:v>599.9758113272336</c:v>
                </c:pt>
                <c:pt idx="90">
                  <c:v>542.93879978263578</c:v>
                </c:pt>
                <c:pt idx="91">
                  <c:v>580.14533066894808</c:v>
                </c:pt>
                <c:pt idx="92">
                  <c:v>287.42856402379078</c:v>
                </c:pt>
                <c:pt idx="93">
                  <c:v>555.17884294430428</c:v>
                </c:pt>
                <c:pt idx="94">
                  <c:v>591.75494232270546</c:v>
                </c:pt>
                <c:pt idx="95">
                  <c:v>552.32095054543913</c:v>
                </c:pt>
                <c:pt idx="96">
                  <c:v>553.66706760122065</c:v>
                </c:pt>
                <c:pt idx="97">
                  <c:v>458.4150248519731</c:v>
                </c:pt>
                <c:pt idx="98">
                  <c:v>588.97772412387053</c:v>
                </c:pt>
                <c:pt idx="99">
                  <c:v>569.82743660601841</c:v>
                </c:pt>
                <c:pt idx="100">
                  <c:v>582.32377711629238</c:v>
                </c:pt>
                <c:pt idx="101">
                  <c:v>603.18046635790074</c:v>
                </c:pt>
                <c:pt idx="102">
                  <c:v>509.31243831342891</c:v>
                </c:pt>
                <c:pt idx="103">
                  <c:v>552.64199092148738</c:v>
                </c:pt>
                <c:pt idx="104">
                  <c:v>241.19892224596811</c:v>
                </c:pt>
                <c:pt idx="105">
                  <c:v>594.07187858875704</c:v>
                </c:pt>
                <c:pt idx="106">
                  <c:v>243.06503459821221</c:v>
                </c:pt>
                <c:pt idx="107">
                  <c:v>513.36637823161198</c:v>
                </c:pt>
                <c:pt idx="108">
                  <c:v>132.57459865067719</c:v>
                </c:pt>
                <c:pt idx="109">
                  <c:v>563.82746385351663</c:v>
                </c:pt>
                <c:pt idx="110">
                  <c:v>559.18880905332844</c:v>
                </c:pt>
                <c:pt idx="111">
                  <c:v>550.73214621781199</c:v>
                </c:pt>
                <c:pt idx="112">
                  <c:v>257.93103850057702</c:v>
                </c:pt>
                <c:pt idx="113">
                  <c:v>574.11780989294527</c:v>
                </c:pt>
                <c:pt idx="114">
                  <c:v>528.00690790583621</c:v>
                </c:pt>
                <c:pt idx="115">
                  <c:v>597.46452793156971</c:v>
                </c:pt>
                <c:pt idx="116">
                  <c:v>489.26536637981388</c:v>
                </c:pt>
                <c:pt idx="117">
                  <c:v>351.24212113186871</c:v>
                </c:pt>
                <c:pt idx="118">
                  <c:v>386.67099554903729</c:v>
                </c:pt>
                <c:pt idx="119">
                  <c:v>0</c:v>
                </c:pt>
                <c:pt idx="120">
                  <c:v>568.37960373296141</c:v>
                </c:pt>
                <c:pt idx="121">
                  <c:v>236.08564171532311</c:v>
                </c:pt>
                <c:pt idx="122">
                  <c:v>549.73702489573952</c:v>
                </c:pt>
                <c:pt idx="123">
                  <c:v>620.67186392192059</c:v>
                </c:pt>
                <c:pt idx="124">
                  <c:v>615.47019568255223</c:v>
                </c:pt>
                <c:pt idx="125">
                  <c:v>597.58395511346805</c:v>
                </c:pt>
                <c:pt idx="126">
                  <c:v>226.61469486647641</c:v>
                </c:pt>
                <c:pt idx="127">
                  <c:v>622.47445795868759</c:v>
                </c:pt>
                <c:pt idx="128">
                  <c:v>575.14869282842892</c:v>
                </c:pt>
                <c:pt idx="129">
                  <c:v>530.88060390056057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0F8-4257-9AD5-2A91FB8DC9DE}"/>
            </c:ext>
          </c:extLst>
        </c:ser>
        <c:ser>
          <c:idx val="1"/>
          <c:order val="1"/>
          <c:tx>
            <c:strRef>
              <c:f>Scatter_Volume_3!$Y$1</c:f>
              <c:strCache>
                <c:ptCount val="1"/>
                <c:pt idx="0">
                  <c:v>Energy loss 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Scatter_Volume_3!$Y$2:$Y$131</c:f>
              <c:numCache>
                <c:formatCode>General</c:formatCode>
                <c:ptCount val="130"/>
                <c:pt idx="0">
                  <c:v>491.96384939543969</c:v>
                </c:pt>
                <c:pt idx="1">
                  <c:v>491.96384939543969</c:v>
                </c:pt>
                <c:pt idx="2">
                  <c:v>219.65515971351732</c:v>
                </c:pt>
                <c:pt idx="3">
                  <c:v>277.52546925855711</c:v>
                </c:pt>
                <c:pt idx="4">
                  <c:v>72.737673864643853</c:v>
                </c:pt>
                <c:pt idx="5">
                  <c:v>61.996339083703333</c:v>
                </c:pt>
                <c:pt idx="6">
                  <c:v>81.400131718235684</c:v>
                </c:pt>
                <c:pt idx="7">
                  <c:v>75.226197742441286</c:v>
                </c:pt>
                <c:pt idx="8">
                  <c:v>463.25201365919406</c:v>
                </c:pt>
                <c:pt idx="9">
                  <c:v>123.34878767378359</c:v>
                </c:pt>
                <c:pt idx="10">
                  <c:v>142.37961970139577</c:v>
                </c:pt>
                <c:pt idx="11">
                  <c:v>51.559880004690285</c:v>
                </c:pt>
                <c:pt idx="12">
                  <c:v>58.159140985727959</c:v>
                </c:pt>
                <c:pt idx="13">
                  <c:v>48.5546461982658</c:v>
                </c:pt>
                <c:pt idx="14">
                  <c:v>42.290985394646214</c:v>
                </c:pt>
                <c:pt idx="15">
                  <c:v>57.638378127224314</c:v>
                </c:pt>
                <c:pt idx="16">
                  <c:v>69.343494101270153</c:v>
                </c:pt>
                <c:pt idx="17">
                  <c:v>143.72538251018807</c:v>
                </c:pt>
                <c:pt idx="18">
                  <c:v>475.75773758416108</c:v>
                </c:pt>
                <c:pt idx="19">
                  <c:v>80.127309600167905</c:v>
                </c:pt>
                <c:pt idx="20">
                  <c:v>58.382692025320921</c:v>
                </c:pt>
                <c:pt idx="21">
                  <c:v>662</c:v>
                </c:pt>
                <c:pt idx="22">
                  <c:v>46.528782230479464</c:v>
                </c:pt>
                <c:pt idx="23">
                  <c:v>85.513457744017842</c:v>
                </c:pt>
                <c:pt idx="24">
                  <c:v>662</c:v>
                </c:pt>
                <c:pt idx="25">
                  <c:v>40.029198525290212</c:v>
                </c:pt>
                <c:pt idx="26">
                  <c:v>149.19955770621857</c:v>
                </c:pt>
                <c:pt idx="27">
                  <c:v>216.54049910481552</c:v>
                </c:pt>
                <c:pt idx="28">
                  <c:v>459.95337184495031</c:v>
                </c:pt>
                <c:pt idx="29">
                  <c:v>114.47273726160699</c:v>
                </c:pt>
                <c:pt idx="30">
                  <c:v>136.43898788114166</c:v>
                </c:pt>
                <c:pt idx="31">
                  <c:v>96.704804815367538</c:v>
                </c:pt>
                <c:pt idx="32">
                  <c:v>301.37457031408218</c:v>
                </c:pt>
                <c:pt idx="33">
                  <c:v>133.82487363176074</c:v>
                </c:pt>
                <c:pt idx="34">
                  <c:v>115.93972816067378</c:v>
                </c:pt>
                <c:pt idx="35">
                  <c:v>140.68867653494169</c:v>
                </c:pt>
                <c:pt idx="36">
                  <c:v>408.63950519707561</c:v>
                </c:pt>
                <c:pt idx="37">
                  <c:v>84.443177694930341</c:v>
                </c:pt>
                <c:pt idx="38">
                  <c:v>115.06477538057482</c:v>
                </c:pt>
                <c:pt idx="39">
                  <c:v>373.5989833301449</c:v>
                </c:pt>
                <c:pt idx="40">
                  <c:v>124.79362045884409</c:v>
                </c:pt>
                <c:pt idx="41">
                  <c:v>89.932196314746875</c:v>
                </c:pt>
                <c:pt idx="42">
                  <c:v>159.7024665801062</c:v>
                </c:pt>
                <c:pt idx="43">
                  <c:v>117.77665579012978</c:v>
                </c:pt>
                <c:pt idx="44">
                  <c:v>79.877443482593662</c:v>
                </c:pt>
                <c:pt idx="45">
                  <c:v>98.593591519873257</c:v>
                </c:pt>
                <c:pt idx="46">
                  <c:v>662</c:v>
                </c:pt>
                <c:pt idx="47">
                  <c:v>54.133062682945706</c:v>
                </c:pt>
                <c:pt idx="48">
                  <c:v>117.68152905061424</c:v>
                </c:pt>
                <c:pt idx="49">
                  <c:v>271.45330434108041</c:v>
                </c:pt>
                <c:pt idx="50">
                  <c:v>121.68652603242265</c:v>
                </c:pt>
                <c:pt idx="51">
                  <c:v>471.54423748221086</c:v>
                </c:pt>
                <c:pt idx="52">
                  <c:v>77.161836666098679</c:v>
                </c:pt>
                <c:pt idx="53">
                  <c:v>247.74183189140149</c:v>
                </c:pt>
                <c:pt idx="54">
                  <c:v>310.11483817440921</c:v>
                </c:pt>
                <c:pt idx="55">
                  <c:v>420.2706589582919</c:v>
                </c:pt>
                <c:pt idx="56">
                  <c:v>141.84366616817636</c:v>
                </c:pt>
                <c:pt idx="57">
                  <c:v>218.14486890324088</c:v>
                </c:pt>
                <c:pt idx="58">
                  <c:v>72.629398995597398</c:v>
                </c:pt>
                <c:pt idx="59">
                  <c:v>104.12405559604372</c:v>
                </c:pt>
                <c:pt idx="60">
                  <c:v>151.24170350864551</c:v>
                </c:pt>
                <c:pt idx="61">
                  <c:v>286.09453677031132</c:v>
                </c:pt>
                <c:pt idx="62">
                  <c:v>64.274749689168175</c:v>
                </c:pt>
                <c:pt idx="63">
                  <c:v>151.65694017169102</c:v>
                </c:pt>
                <c:pt idx="64">
                  <c:v>120.83420991302967</c:v>
                </c:pt>
                <c:pt idx="65">
                  <c:v>85.218495880972569</c:v>
                </c:pt>
                <c:pt idx="66">
                  <c:v>60.969184967158867</c:v>
                </c:pt>
                <c:pt idx="67">
                  <c:v>454.27294125035314</c:v>
                </c:pt>
                <c:pt idx="68">
                  <c:v>85.362870267034737</c:v>
                </c:pt>
                <c:pt idx="69">
                  <c:v>93.233450441127729</c:v>
                </c:pt>
                <c:pt idx="70">
                  <c:v>442.9692237350763</c:v>
                </c:pt>
                <c:pt idx="71">
                  <c:v>54.732168855152963</c:v>
                </c:pt>
                <c:pt idx="72">
                  <c:v>105.3650384231122</c:v>
                </c:pt>
                <c:pt idx="73">
                  <c:v>110.68706689658734</c:v>
                </c:pt>
                <c:pt idx="74">
                  <c:v>74.213104828903397</c:v>
                </c:pt>
                <c:pt idx="75">
                  <c:v>116.95341608595334</c:v>
                </c:pt>
                <c:pt idx="76">
                  <c:v>81.781015682715974</c:v>
                </c:pt>
                <c:pt idx="77">
                  <c:v>105.88998096447483</c:v>
                </c:pt>
                <c:pt idx="78">
                  <c:v>662</c:v>
                </c:pt>
                <c:pt idx="79">
                  <c:v>662</c:v>
                </c:pt>
                <c:pt idx="80">
                  <c:v>75.73311147532047</c:v>
                </c:pt>
                <c:pt idx="81">
                  <c:v>95.371932166452098</c:v>
                </c:pt>
                <c:pt idx="82">
                  <c:v>141.93874626939498</c:v>
                </c:pt>
                <c:pt idx="83">
                  <c:v>49.251033009103367</c:v>
                </c:pt>
                <c:pt idx="84">
                  <c:v>55.648343204005073</c:v>
                </c:pt>
                <c:pt idx="85">
                  <c:v>438.89732952056067</c:v>
                </c:pt>
                <c:pt idx="86">
                  <c:v>275.08314183539909</c:v>
                </c:pt>
                <c:pt idx="87">
                  <c:v>45.97227900316193</c:v>
                </c:pt>
                <c:pt idx="88">
                  <c:v>157.49920271680162</c:v>
                </c:pt>
                <c:pt idx="89">
                  <c:v>62.0241886727664</c:v>
                </c:pt>
                <c:pt idx="90">
                  <c:v>119.06120021736422</c:v>
                </c:pt>
                <c:pt idx="91">
                  <c:v>81.854669331051923</c:v>
                </c:pt>
                <c:pt idx="92">
                  <c:v>374.57143597620922</c:v>
                </c:pt>
                <c:pt idx="93">
                  <c:v>106.82115705569572</c:v>
                </c:pt>
                <c:pt idx="94">
                  <c:v>70.24505767729454</c:v>
                </c:pt>
                <c:pt idx="95">
                  <c:v>109.67904945456087</c:v>
                </c:pt>
                <c:pt idx="96">
                  <c:v>108.33293239877935</c:v>
                </c:pt>
                <c:pt idx="97">
                  <c:v>203.5849751480269</c:v>
                </c:pt>
                <c:pt idx="98">
                  <c:v>73.02227587612947</c:v>
                </c:pt>
                <c:pt idx="99">
                  <c:v>92.172563393981591</c:v>
                </c:pt>
                <c:pt idx="100">
                  <c:v>79.676222883707624</c:v>
                </c:pt>
                <c:pt idx="101">
                  <c:v>58.819533642099259</c:v>
                </c:pt>
                <c:pt idx="102">
                  <c:v>152.68756168657109</c:v>
                </c:pt>
                <c:pt idx="103">
                  <c:v>109.35800907851262</c:v>
                </c:pt>
                <c:pt idx="104">
                  <c:v>420.80107775403189</c:v>
                </c:pt>
                <c:pt idx="105">
                  <c:v>67.928121411242955</c:v>
                </c:pt>
                <c:pt idx="106">
                  <c:v>418.93496540178779</c:v>
                </c:pt>
                <c:pt idx="107">
                  <c:v>148.63362176838802</c:v>
                </c:pt>
                <c:pt idx="108">
                  <c:v>529.42540134932278</c:v>
                </c:pt>
                <c:pt idx="109">
                  <c:v>98.172536146483367</c:v>
                </c:pt>
                <c:pt idx="110">
                  <c:v>102.81119094667156</c:v>
                </c:pt>
                <c:pt idx="111">
                  <c:v>111.26785378218801</c:v>
                </c:pt>
                <c:pt idx="112">
                  <c:v>404.06896149942298</c:v>
                </c:pt>
                <c:pt idx="113">
                  <c:v>87.882190107054726</c:v>
                </c:pt>
                <c:pt idx="114">
                  <c:v>133.99309209416379</c:v>
                </c:pt>
                <c:pt idx="115">
                  <c:v>64.535472068430295</c:v>
                </c:pt>
                <c:pt idx="116">
                  <c:v>172.73463362018612</c:v>
                </c:pt>
                <c:pt idx="117">
                  <c:v>310.75787886813129</c:v>
                </c:pt>
                <c:pt idx="118">
                  <c:v>275.32900445096271</c:v>
                </c:pt>
                <c:pt idx="119">
                  <c:v>662</c:v>
                </c:pt>
                <c:pt idx="120">
                  <c:v>93.620396267038586</c:v>
                </c:pt>
                <c:pt idx="121">
                  <c:v>425.91435828467689</c:v>
                </c:pt>
                <c:pt idx="122">
                  <c:v>112.26297510426048</c:v>
                </c:pt>
                <c:pt idx="123">
                  <c:v>41.32813607807941</c:v>
                </c:pt>
                <c:pt idx="124">
                  <c:v>46.52980431744777</c:v>
                </c:pt>
                <c:pt idx="125">
                  <c:v>64.416044886531949</c:v>
                </c:pt>
                <c:pt idx="126">
                  <c:v>435.38530513352362</c:v>
                </c:pt>
                <c:pt idx="127">
                  <c:v>39.525542041312406</c:v>
                </c:pt>
                <c:pt idx="128">
                  <c:v>86.851307171571079</c:v>
                </c:pt>
                <c:pt idx="129">
                  <c:v>131.11939609943943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F8-4257-9AD5-2A91FB8DC9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52050416"/>
        <c:axId val="1327441520"/>
      </c:scatterChart>
      <c:valAx>
        <c:axId val="145205041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Compton Angle (θ) 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7441520"/>
        <c:crosses val="autoZero"/>
        <c:crossBetween val="midCat"/>
      </c:valAx>
      <c:valAx>
        <c:axId val="1327441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E (keV)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205041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9574956255468069"/>
          <c:y val="7.9281860600758258E-2"/>
          <c:w val="0.40294510061242345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703937007874017"/>
          <c:y val="0.17129629629629628"/>
          <c:w val="0.81229396325459313"/>
          <c:h val="0.637599883347914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Scatter_Volume_3!$Y$1</c:f>
              <c:strCache>
                <c:ptCount val="1"/>
                <c:pt idx="0">
                  <c:v>Energy loss 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Scatter_Volume_3!$Y$2:$Y$131</c:f>
              <c:numCache>
                <c:formatCode>General</c:formatCode>
                <c:ptCount val="130"/>
                <c:pt idx="0">
                  <c:v>491.96384939543969</c:v>
                </c:pt>
                <c:pt idx="1">
                  <c:v>491.96384939543969</c:v>
                </c:pt>
                <c:pt idx="2">
                  <c:v>219.65515971351732</c:v>
                </c:pt>
                <c:pt idx="3">
                  <c:v>277.52546925855711</c:v>
                </c:pt>
                <c:pt idx="4">
                  <c:v>72.737673864643853</c:v>
                </c:pt>
                <c:pt idx="5">
                  <c:v>61.996339083703333</c:v>
                </c:pt>
                <c:pt idx="6">
                  <c:v>81.400131718235684</c:v>
                </c:pt>
                <c:pt idx="7">
                  <c:v>75.226197742441286</c:v>
                </c:pt>
                <c:pt idx="8">
                  <c:v>463.25201365919406</c:v>
                </c:pt>
                <c:pt idx="9">
                  <c:v>123.34878767378359</c:v>
                </c:pt>
                <c:pt idx="10">
                  <c:v>142.37961970139577</c:v>
                </c:pt>
                <c:pt idx="11">
                  <c:v>51.559880004690285</c:v>
                </c:pt>
                <c:pt idx="12">
                  <c:v>58.159140985727959</c:v>
                </c:pt>
                <c:pt idx="13">
                  <c:v>48.5546461982658</c:v>
                </c:pt>
                <c:pt idx="14">
                  <c:v>42.290985394646214</c:v>
                </c:pt>
                <c:pt idx="15">
                  <c:v>57.638378127224314</c:v>
                </c:pt>
                <c:pt idx="16">
                  <c:v>69.343494101270153</c:v>
                </c:pt>
                <c:pt idx="17">
                  <c:v>143.72538251018807</c:v>
                </c:pt>
                <c:pt idx="18">
                  <c:v>475.75773758416108</c:v>
                </c:pt>
                <c:pt idx="19">
                  <c:v>80.127309600167905</c:v>
                </c:pt>
                <c:pt idx="20">
                  <c:v>58.382692025320921</c:v>
                </c:pt>
                <c:pt idx="21">
                  <c:v>662</c:v>
                </c:pt>
                <c:pt idx="22">
                  <c:v>46.528782230479464</c:v>
                </c:pt>
                <c:pt idx="23">
                  <c:v>85.513457744017842</c:v>
                </c:pt>
                <c:pt idx="24">
                  <c:v>662</c:v>
                </c:pt>
                <c:pt idx="25">
                  <c:v>40.029198525290212</c:v>
                </c:pt>
                <c:pt idx="26">
                  <c:v>149.19955770621857</c:v>
                </c:pt>
                <c:pt idx="27">
                  <c:v>216.54049910481552</c:v>
                </c:pt>
                <c:pt idx="28">
                  <c:v>459.95337184495031</c:v>
                </c:pt>
                <c:pt idx="29">
                  <c:v>114.47273726160699</c:v>
                </c:pt>
                <c:pt idx="30">
                  <c:v>136.43898788114166</c:v>
                </c:pt>
                <c:pt idx="31">
                  <c:v>96.704804815367538</c:v>
                </c:pt>
                <c:pt idx="32">
                  <c:v>301.37457031408218</c:v>
                </c:pt>
                <c:pt idx="33">
                  <c:v>133.82487363176074</c:v>
                </c:pt>
                <c:pt idx="34">
                  <c:v>115.93972816067378</c:v>
                </c:pt>
                <c:pt idx="35">
                  <c:v>140.68867653494169</c:v>
                </c:pt>
                <c:pt idx="36">
                  <c:v>408.63950519707561</c:v>
                </c:pt>
                <c:pt idx="37">
                  <c:v>84.443177694930341</c:v>
                </c:pt>
                <c:pt idx="38">
                  <c:v>115.06477538057482</c:v>
                </c:pt>
                <c:pt idx="39">
                  <c:v>373.5989833301449</c:v>
                </c:pt>
                <c:pt idx="40">
                  <c:v>124.79362045884409</c:v>
                </c:pt>
                <c:pt idx="41">
                  <c:v>89.932196314746875</c:v>
                </c:pt>
                <c:pt idx="42">
                  <c:v>159.7024665801062</c:v>
                </c:pt>
                <c:pt idx="43">
                  <c:v>117.77665579012978</c:v>
                </c:pt>
                <c:pt idx="44">
                  <c:v>79.877443482593662</c:v>
                </c:pt>
                <c:pt idx="45">
                  <c:v>98.593591519873257</c:v>
                </c:pt>
                <c:pt idx="46">
                  <c:v>662</c:v>
                </c:pt>
                <c:pt idx="47">
                  <c:v>54.133062682945706</c:v>
                </c:pt>
                <c:pt idx="48">
                  <c:v>117.68152905061424</c:v>
                </c:pt>
                <c:pt idx="49">
                  <c:v>271.45330434108041</c:v>
                </c:pt>
                <c:pt idx="50">
                  <c:v>121.68652603242265</c:v>
                </c:pt>
                <c:pt idx="51">
                  <c:v>471.54423748221086</c:v>
                </c:pt>
                <c:pt idx="52">
                  <c:v>77.161836666098679</c:v>
                </c:pt>
                <c:pt idx="53">
                  <c:v>247.74183189140149</c:v>
                </c:pt>
                <c:pt idx="54">
                  <c:v>310.11483817440921</c:v>
                </c:pt>
                <c:pt idx="55">
                  <c:v>420.2706589582919</c:v>
                </c:pt>
                <c:pt idx="56">
                  <c:v>141.84366616817636</c:v>
                </c:pt>
                <c:pt idx="57">
                  <c:v>218.14486890324088</c:v>
                </c:pt>
                <c:pt idx="58">
                  <c:v>72.629398995597398</c:v>
                </c:pt>
                <c:pt idx="59">
                  <c:v>104.12405559604372</c:v>
                </c:pt>
                <c:pt idx="60">
                  <c:v>151.24170350864551</c:v>
                </c:pt>
                <c:pt idx="61">
                  <c:v>286.09453677031132</c:v>
                </c:pt>
                <c:pt idx="62">
                  <c:v>64.274749689168175</c:v>
                </c:pt>
                <c:pt idx="63">
                  <c:v>151.65694017169102</c:v>
                </c:pt>
                <c:pt idx="64">
                  <c:v>120.83420991302967</c:v>
                </c:pt>
                <c:pt idx="65">
                  <c:v>85.218495880972569</c:v>
                </c:pt>
                <c:pt idx="66">
                  <c:v>60.969184967158867</c:v>
                </c:pt>
                <c:pt idx="67">
                  <c:v>454.27294125035314</c:v>
                </c:pt>
                <c:pt idx="68">
                  <c:v>85.362870267034737</c:v>
                </c:pt>
                <c:pt idx="69">
                  <c:v>93.233450441127729</c:v>
                </c:pt>
                <c:pt idx="70">
                  <c:v>442.9692237350763</c:v>
                </c:pt>
                <c:pt idx="71">
                  <c:v>54.732168855152963</c:v>
                </c:pt>
                <c:pt idx="72">
                  <c:v>105.3650384231122</c:v>
                </c:pt>
                <c:pt idx="73">
                  <c:v>110.68706689658734</c:v>
                </c:pt>
                <c:pt idx="74">
                  <c:v>74.213104828903397</c:v>
                </c:pt>
                <c:pt idx="75">
                  <c:v>116.95341608595334</c:v>
                </c:pt>
                <c:pt idx="76">
                  <c:v>81.781015682715974</c:v>
                </c:pt>
                <c:pt idx="77">
                  <c:v>105.88998096447483</c:v>
                </c:pt>
                <c:pt idx="78">
                  <c:v>662</c:v>
                </c:pt>
                <c:pt idx="79">
                  <c:v>662</c:v>
                </c:pt>
                <c:pt idx="80">
                  <c:v>75.73311147532047</c:v>
                </c:pt>
                <c:pt idx="81">
                  <c:v>95.371932166452098</c:v>
                </c:pt>
                <c:pt idx="82">
                  <c:v>141.93874626939498</c:v>
                </c:pt>
                <c:pt idx="83">
                  <c:v>49.251033009103367</c:v>
                </c:pt>
                <c:pt idx="84">
                  <c:v>55.648343204005073</c:v>
                </c:pt>
                <c:pt idx="85">
                  <c:v>438.89732952056067</c:v>
                </c:pt>
                <c:pt idx="86">
                  <c:v>275.08314183539909</c:v>
                </c:pt>
                <c:pt idx="87">
                  <c:v>45.97227900316193</c:v>
                </c:pt>
                <c:pt idx="88">
                  <c:v>157.49920271680162</c:v>
                </c:pt>
                <c:pt idx="89">
                  <c:v>62.0241886727664</c:v>
                </c:pt>
                <c:pt idx="90">
                  <c:v>119.06120021736422</c:v>
                </c:pt>
                <c:pt idx="91">
                  <c:v>81.854669331051923</c:v>
                </c:pt>
                <c:pt idx="92">
                  <c:v>374.57143597620922</c:v>
                </c:pt>
                <c:pt idx="93">
                  <c:v>106.82115705569572</c:v>
                </c:pt>
                <c:pt idx="94">
                  <c:v>70.24505767729454</c:v>
                </c:pt>
                <c:pt idx="95">
                  <c:v>109.67904945456087</c:v>
                </c:pt>
                <c:pt idx="96">
                  <c:v>108.33293239877935</c:v>
                </c:pt>
                <c:pt idx="97">
                  <c:v>203.5849751480269</c:v>
                </c:pt>
                <c:pt idx="98">
                  <c:v>73.02227587612947</c:v>
                </c:pt>
                <c:pt idx="99">
                  <c:v>92.172563393981591</c:v>
                </c:pt>
                <c:pt idx="100">
                  <c:v>79.676222883707624</c:v>
                </c:pt>
                <c:pt idx="101">
                  <c:v>58.819533642099259</c:v>
                </c:pt>
                <c:pt idx="102">
                  <c:v>152.68756168657109</c:v>
                </c:pt>
                <c:pt idx="103">
                  <c:v>109.35800907851262</c:v>
                </c:pt>
                <c:pt idx="104">
                  <c:v>420.80107775403189</c:v>
                </c:pt>
                <c:pt idx="105">
                  <c:v>67.928121411242955</c:v>
                </c:pt>
                <c:pt idx="106">
                  <c:v>418.93496540178779</c:v>
                </c:pt>
                <c:pt idx="107">
                  <c:v>148.63362176838802</c:v>
                </c:pt>
                <c:pt idx="108">
                  <c:v>529.42540134932278</c:v>
                </c:pt>
                <c:pt idx="109">
                  <c:v>98.172536146483367</c:v>
                </c:pt>
                <c:pt idx="110">
                  <c:v>102.81119094667156</c:v>
                </c:pt>
                <c:pt idx="111">
                  <c:v>111.26785378218801</c:v>
                </c:pt>
                <c:pt idx="112">
                  <c:v>404.06896149942298</c:v>
                </c:pt>
                <c:pt idx="113">
                  <c:v>87.882190107054726</c:v>
                </c:pt>
                <c:pt idx="114">
                  <c:v>133.99309209416379</c:v>
                </c:pt>
                <c:pt idx="115">
                  <c:v>64.535472068430295</c:v>
                </c:pt>
                <c:pt idx="116">
                  <c:v>172.73463362018612</c:v>
                </c:pt>
                <c:pt idx="117">
                  <c:v>310.75787886813129</c:v>
                </c:pt>
                <c:pt idx="118">
                  <c:v>275.32900445096271</c:v>
                </c:pt>
                <c:pt idx="119">
                  <c:v>662</c:v>
                </c:pt>
                <c:pt idx="120">
                  <c:v>93.620396267038586</c:v>
                </c:pt>
                <c:pt idx="121">
                  <c:v>425.91435828467689</c:v>
                </c:pt>
                <c:pt idx="122">
                  <c:v>112.26297510426048</c:v>
                </c:pt>
                <c:pt idx="123">
                  <c:v>41.32813607807941</c:v>
                </c:pt>
                <c:pt idx="124">
                  <c:v>46.52980431744777</c:v>
                </c:pt>
                <c:pt idx="125">
                  <c:v>64.416044886531949</c:v>
                </c:pt>
                <c:pt idx="126">
                  <c:v>435.38530513352362</c:v>
                </c:pt>
                <c:pt idx="127">
                  <c:v>39.525542041312406</c:v>
                </c:pt>
                <c:pt idx="128">
                  <c:v>86.851307171571079</c:v>
                </c:pt>
                <c:pt idx="129">
                  <c:v>131.11939609943943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F00-471F-B0DF-FC6834429BE4}"/>
            </c:ext>
          </c:extLst>
        </c:ser>
        <c:ser>
          <c:idx val="1"/>
          <c:order val="1"/>
          <c:tx>
            <c:strRef>
              <c:f>Scatter_Volume_3!$Z$1</c:f>
              <c:strCache>
                <c:ptCount val="1"/>
                <c:pt idx="0">
                  <c:v>Calculated E'(KN formula)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Scatter_Volume_3!$R$2:$R$131</c:f>
              <c:numCache>
                <c:formatCode>General</c:formatCode>
                <c:ptCount val="130"/>
                <c:pt idx="0">
                  <c:v>85.271925041978449</c:v>
                </c:pt>
                <c:pt idx="1">
                  <c:v>40.113801646415872</c:v>
                </c:pt>
                <c:pt idx="2">
                  <c:v>34.510091760395397</c:v>
                </c:pt>
                <c:pt idx="3">
                  <c:v>29.73951499270169</c:v>
                </c:pt>
                <c:pt idx="4">
                  <c:v>25.214725510142941</c:v>
                </c:pt>
                <c:pt idx="5">
                  <c:v>23.038510252414898</c:v>
                </c:pt>
                <c:pt idx="6">
                  <c:v>26.90230281151435</c:v>
                </c:pt>
                <c:pt idx="7">
                  <c:v>25.704911755947698</c:v>
                </c:pt>
                <c:pt idx="8">
                  <c:v>36.319635914666662</c:v>
                </c:pt>
                <c:pt idx="9">
                  <c:v>34.589757190105878</c:v>
                </c:pt>
                <c:pt idx="10">
                  <c:v>37.955047501562717</c:v>
                </c:pt>
                <c:pt idx="11">
                  <c:v>20.803735999154121</c:v>
                </c:pt>
                <c:pt idx="12">
                  <c:v>22.23281636437731</c:v>
                </c:pt>
                <c:pt idx="13">
                  <c:v>19.76997252216254</c:v>
                </c:pt>
                <c:pt idx="14">
                  <c:v>18.679865703706291</c:v>
                </c:pt>
                <c:pt idx="15">
                  <c:v>22.1221353678024</c:v>
                </c:pt>
                <c:pt idx="16">
                  <c:v>24.538279555362131</c:v>
                </c:pt>
                <c:pt idx="17">
                  <c:v>38.19229930694997</c:v>
                </c:pt>
                <c:pt idx="18">
                  <c:v>40.15061130973811</c:v>
                </c:pt>
                <c:pt idx="19">
                  <c:v>26.657481623661329</c:v>
                </c:pt>
                <c:pt idx="20">
                  <c:v>22.280227236310179</c:v>
                </c:pt>
                <c:pt idx="21">
                  <c:v>32.774631231013018</c:v>
                </c:pt>
                <c:pt idx="22">
                  <c:v>19.670277347808341</c:v>
                </c:pt>
                <c:pt idx="23">
                  <c:v>27.686943852388641</c:v>
                </c:pt>
                <c:pt idx="24">
                  <c:v>161.19653891102311</c:v>
                </c:pt>
                <c:pt idx="25">
                  <c:v>18.135795108694172</c:v>
                </c:pt>
                <c:pt idx="26">
                  <c:v>39.157344880337988</c:v>
                </c:pt>
                <c:pt idx="27">
                  <c:v>27.063004459834509</c:v>
                </c:pt>
                <c:pt idx="28">
                  <c:v>27.42341666809434</c:v>
                </c:pt>
                <c:pt idx="29">
                  <c:v>33.005655181510953</c:v>
                </c:pt>
                <c:pt idx="30">
                  <c:v>36.907180475570428</c:v>
                </c:pt>
                <c:pt idx="31">
                  <c:v>29.778588370569281</c:v>
                </c:pt>
                <c:pt idx="32">
                  <c:v>38.756064732300523</c:v>
                </c:pt>
                <c:pt idx="33">
                  <c:v>36.445566699663921</c:v>
                </c:pt>
                <c:pt idx="34">
                  <c:v>33.268451819972597</c:v>
                </c:pt>
                <c:pt idx="35">
                  <c:v>37.656896824645642</c:v>
                </c:pt>
                <c:pt idx="36">
                  <c:v>39.048238581033168</c:v>
                </c:pt>
                <c:pt idx="37">
                  <c:v>27.483703168003021</c:v>
                </c:pt>
                <c:pt idx="38">
                  <c:v>33.625002281693853</c:v>
                </c:pt>
                <c:pt idx="39">
                  <c:v>35.444167918262359</c:v>
                </c:pt>
                <c:pt idx="40">
                  <c:v>34.846434905788747</c:v>
                </c:pt>
                <c:pt idx="41">
                  <c:v>28.519721175301392</c:v>
                </c:pt>
                <c:pt idx="42">
                  <c:v>41.011444199575728</c:v>
                </c:pt>
                <c:pt idx="43">
                  <c:v>33.596924940002069</c:v>
                </c:pt>
                <c:pt idx="44">
                  <c:v>26.609302588432168</c:v>
                </c:pt>
                <c:pt idx="45">
                  <c:v>30.12635164384508</c:v>
                </c:pt>
                <c:pt idx="46">
                  <c:v>28.412048641459091</c:v>
                </c:pt>
                <c:pt idx="47">
                  <c:v>21.368077109398619</c:v>
                </c:pt>
                <c:pt idx="48">
                  <c:v>33.579930200495653</c:v>
                </c:pt>
                <c:pt idx="49">
                  <c:v>25.846882605295601</c:v>
                </c:pt>
                <c:pt idx="50">
                  <c:v>31.03675005453232</c:v>
                </c:pt>
                <c:pt idx="51">
                  <c:v>40.345854075791912</c:v>
                </c:pt>
                <c:pt idx="52">
                  <c:v>26.083067540464292</c:v>
                </c:pt>
                <c:pt idx="53">
                  <c:v>23.595522705782312</c:v>
                </c:pt>
                <c:pt idx="54">
                  <c:v>29.885499263251969</c:v>
                </c:pt>
                <c:pt idx="55">
                  <c:v>34.272756438621897</c:v>
                </c:pt>
                <c:pt idx="56">
                  <c:v>37.860553610543121</c:v>
                </c:pt>
                <c:pt idx="57">
                  <c:v>25.39052981694326</c:v>
                </c:pt>
                <c:pt idx="58">
                  <c:v>25.19329048282659</c:v>
                </c:pt>
                <c:pt idx="59">
                  <c:v>31.13743914566858</c:v>
                </c:pt>
                <c:pt idx="60">
                  <c:v>39.517471399918861</c:v>
                </c:pt>
                <c:pt idx="61">
                  <c:v>28.172670302105541</c:v>
                </c:pt>
                <c:pt idx="62">
                  <c:v>23.509253223739549</c:v>
                </c:pt>
                <c:pt idx="63">
                  <c:v>39.590712229903559</c:v>
                </c:pt>
                <c:pt idx="64">
                  <c:v>34.142328458577481</c:v>
                </c:pt>
                <c:pt idx="65">
                  <c:v>27.63099444532633</c:v>
                </c:pt>
                <c:pt idx="66">
                  <c:v>22.824480006289409</c:v>
                </c:pt>
                <c:pt idx="67">
                  <c:v>39.527846148805217</c:v>
                </c:pt>
                <c:pt idx="68">
                  <c:v>27.65838576169136</c:v>
                </c:pt>
                <c:pt idx="69">
                  <c:v>26.115515152060588</c:v>
                </c:pt>
                <c:pt idx="70">
                  <c:v>26.573229755810289</c:v>
                </c:pt>
                <c:pt idx="71">
                  <c:v>21.498115585860909</c:v>
                </c:pt>
                <c:pt idx="72">
                  <c:v>31.36297747542746</c:v>
                </c:pt>
                <c:pt idx="73">
                  <c:v>32.325348693621883</c:v>
                </c:pt>
                <c:pt idx="74">
                  <c:v>25.50591503832953</c:v>
                </c:pt>
                <c:pt idx="75">
                  <c:v>33.449794901117329</c:v>
                </c:pt>
                <c:pt idx="76">
                  <c:v>26.97537140940435</c:v>
                </c:pt>
                <c:pt idx="77">
                  <c:v>31.45824518663073</c:v>
                </c:pt>
                <c:pt idx="78">
                  <c:v>127.26176888017839</c:v>
                </c:pt>
                <c:pt idx="79">
                  <c:v>29.960227664197419</c:v>
                </c:pt>
                <c:pt idx="80">
                  <c:v>25.804201405217899</c:v>
                </c:pt>
                <c:pt idx="81">
                  <c:v>29.532357193363751</c:v>
                </c:pt>
                <c:pt idx="82">
                  <c:v>37.877317563658828</c:v>
                </c:pt>
                <c:pt idx="83">
                  <c:v>20.288802203686359</c:v>
                </c:pt>
                <c:pt idx="84">
                  <c:v>21.69602997307209</c:v>
                </c:pt>
                <c:pt idx="85">
                  <c:v>32.193966412460803</c:v>
                </c:pt>
                <c:pt idx="86">
                  <c:v>24.485470718059581</c:v>
                </c:pt>
                <c:pt idx="87">
                  <c:v>19.54220962985837</c:v>
                </c:pt>
                <c:pt idx="88">
                  <c:v>40.621998030946372</c:v>
                </c:pt>
                <c:pt idx="89">
                  <c:v>23.04429730110758</c:v>
                </c:pt>
                <c:pt idx="90">
                  <c:v>33.826255036635558</c:v>
                </c:pt>
                <c:pt idx="91">
                  <c:v>26.98949102355423</c:v>
                </c:pt>
                <c:pt idx="92">
                  <c:v>28.95189597293092</c:v>
                </c:pt>
                <c:pt idx="93">
                  <c:v>31.627043775729181</c:v>
                </c:pt>
                <c:pt idx="94">
                  <c:v>24.718886694821709</c:v>
                </c:pt>
                <c:pt idx="95">
                  <c:v>32.143638268890612</c:v>
                </c:pt>
                <c:pt idx="96">
                  <c:v>31.900581479560529</c:v>
                </c:pt>
                <c:pt idx="97">
                  <c:v>24.230919688461238</c:v>
                </c:pt>
                <c:pt idx="98">
                  <c:v>25.271024233694561</c:v>
                </c:pt>
                <c:pt idx="99">
                  <c:v>28.938347705634332</c:v>
                </c:pt>
                <c:pt idx="100">
                  <c:v>26.570474610181542</c:v>
                </c:pt>
                <c:pt idx="101">
                  <c:v>22.372698617138351</c:v>
                </c:pt>
                <c:pt idx="102">
                  <c:v>39.772523313064333</c:v>
                </c:pt>
                <c:pt idx="103">
                  <c:v>32.085712845885261</c:v>
                </c:pt>
                <c:pt idx="104">
                  <c:v>24.62806519368872</c:v>
                </c:pt>
                <c:pt idx="105">
                  <c:v>24.25332070650153</c:v>
                </c:pt>
                <c:pt idx="106">
                  <c:v>18.83519776676382</c:v>
                </c:pt>
                <c:pt idx="107">
                  <c:v>39.057561447114992</c:v>
                </c:pt>
                <c:pt idx="108">
                  <c:v>122.03214876758661</c:v>
                </c:pt>
                <c:pt idx="109">
                  <c:v>30.048941980505251</c:v>
                </c:pt>
                <c:pt idx="110">
                  <c:v>30.898326844651471</c:v>
                </c:pt>
                <c:pt idx="111">
                  <c:v>32.429932298872878</c:v>
                </c:pt>
                <c:pt idx="112">
                  <c:v>43.550184316118951</c:v>
                </c:pt>
                <c:pt idx="113">
                  <c:v>28.13458983622041</c:v>
                </c:pt>
                <c:pt idx="114">
                  <c:v>36.475284509600911</c:v>
                </c:pt>
                <c:pt idx="115">
                  <c:v>23.562781122051881</c:v>
                </c:pt>
                <c:pt idx="116">
                  <c:v>32.048305923728442</c:v>
                </c:pt>
                <c:pt idx="117">
                  <c:v>24.170193118832621</c:v>
                </c:pt>
                <c:pt idx="118">
                  <c:v>32.978762861378961</c:v>
                </c:pt>
                <c:pt idx="119">
                  <c:v>56.773398189593067</c:v>
                </c:pt>
                <c:pt idx="120">
                  <c:v>29.207694211572331</c:v>
                </c:pt>
                <c:pt idx="121">
                  <c:v>26.126045757779419</c:v>
                </c:pt>
                <c:pt idx="122">
                  <c:v>32.608941642894692</c:v>
                </c:pt>
                <c:pt idx="123">
                  <c:v>18.449662959810151</c:v>
                </c:pt>
                <c:pt idx="124">
                  <c:v>19.670512035485238</c:v>
                </c:pt>
                <c:pt idx="125">
                  <c:v>23.538270443896149</c:v>
                </c:pt>
                <c:pt idx="126">
                  <c:v>36.998162786984473</c:v>
                </c:pt>
                <c:pt idx="127">
                  <c:v>18.01303108739264</c:v>
                </c:pt>
                <c:pt idx="128">
                  <c:v>27.94013016601756</c:v>
                </c:pt>
                <c:pt idx="129">
                  <c:v>35.967323676734203</c:v>
                </c:pt>
              </c:numCache>
            </c:numRef>
          </c:xVal>
          <c:yVal>
            <c:numRef>
              <c:f>Scatter_Volume_3!$Z$2:$Z$131</c:f>
              <c:numCache>
                <c:formatCode>General</c:formatCode>
                <c:ptCount val="130"/>
                <c:pt idx="0">
                  <c:v>302.46056015264179</c:v>
                </c:pt>
                <c:pt idx="1">
                  <c:v>507.37878498492626</c:v>
                </c:pt>
                <c:pt idx="2">
                  <c:v>539.09953289364887</c:v>
                </c:pt>
                <c:pt idx="3">
                  <c:v>565.50713046630563</c:v>
                </c:pt>
                <c:pt idx="4">
                  <c:v>589.26246424238877</c:v>
                </c:pt>
                <c:pt idx="5">
                  <c:v>600.00378077446612</c:v>
                </c:pt>
                <c:pt idx="6">
                  <c:v>580.60002056418182</c:v>
                </c:pt>
                <c:pt idx="7">
                  <c:v>586.7739444863571</c:v>
                </c:pt>
                <c:pt idx="8">
                  <c:v>528.88806373671139</c:v>
                </c:pt>
                <c:pt idx="9">
                  <c:v>538.65142641322211</c:v>
                </c:pt>
                <c:pt idx="10">
                  <c:v>519.62061868518947</c:v>
                </c:pt>
                <c:pt idx="11">
                  <c:v>610.44022141041546</c:v>
                </c:pt>
                <c:pt idx="12">
                  <c:v>603.8409721730294</c:v>
                </c:pt>
                <c:pt idx="13">
                  <c:v>615.03638179249003</c:v>
                </c:pt>
                <c:pt idx="14">
                  <c:v>619.70909905217093</c:v>
                </c:pt>
                <c:pt idx="15">
                  <c:v>604.36173411501397</c:v>
                </c:pt>
                <c:pt idx="16">
                  <c:v>592.65663831961376</c:v>
                </c:pt>
                <c:pt idx="17">
                  <c:v>518.2748575063805</c:v>
                </c:pt>
                <c:pt idx="18">
                  <c:v>507.17025747593357</c:v>
                </c:pt>
                <c:pt idx="19">
                  <c:v>581.87284062968968</c:v>
                </c:pt>
                <c:pt idx="20">
                  <c:v>603.61742152633997</c:v>
                </c:pt>
                <c:pt idx="21">
                  <c:v>548.81502893351012</c:v>
                </c:pt>
                <c:pt idx="22">
                  <c:v>615.4713100430447</c:v>
                </c:pt>
                <c:pt idx="23">
                  <c:v>576.48670110018475</c:v>
                </c:pt>
                <c:pt idx="24">
                  <c:v>187.96901803021987</c:v>
                </c:pt>
                <c:pt idx="25">
                  <c:v>621.97088169690767</c:v>
                </c:pt>
                <c:pt idx="26">
                  <c:v>512.80068882035744</c:v>
                </c:pt>
                <c:pt idx="27">
                  <c:v>579.7617352275571</c:v>
                </c:pt>
                <c:pt idx="28">
                  <c:v>577.87381441181947</c:v>
                </c:pt>
                <c:pt idx="29">
                  <c:v>547.52746469384635</c:v>
                </c:pt>
                <c:pt idx="30">
                  <c:v>525.56124317069691</c:v>
                </c:pt>
                <c:pt idx="31">
                  <c:v>565.29537132994494</c:v>
                </c:pt>
                <c:pt idx="32">
                  <c:v>515.07678212176938</c:v>
                </c:pt>
                <c:pt idx="33">
                  <c:v>528.17535412044003</c:v>
                </c:pt>
                <c:pt idx="34">
                  <c:v>546.06047583484599</c:v>
                </c:pt>
                <c:pt idx="35">
                  <c:v>521.3115597870335</c:v>
                </c:pt>
                <c:pt idx="36">
                  <c:v>513.41950177551473</c:v>
                </c:pt>
                <c:pt idx="37">
                  <c:v>577.55697945240195</c:v>
                </c:pt>
                <c:pt idx="38">
                  <c:v>544.06637003244521</c:v>
                </c:pt>
                <c:pt idx="39">
                  <c:v>533.83627555051521</c:v>
                </c:pt>
                <c:pt idx="40">
                  <c:v>537.20659555487248</c:v>
                </c:pt>
                <c:pt idx="41">
                  <c:v>572.06796945697181</c:v>
                </c:pt>
                <c:pt idx="42">
                  <c:v>502.2977918960587</c:v>
                </c:pt>
                <c:pt idx="43">
                  <c:v>544.22355074035227</c:v>
                </c:pt>
                <c:pt idx="44">
                  <c:v>582.12270634310255</c:v>
                </c:pt>
                <c:pt idx="45">
                  <c:v>563.40658746577787</c:v>
                </c:pt>
                <c:pt idx="46">
                  <c:v>572.64218985277012</c:v>
                </c:pt>
                <c:pt idx="47">
                  <c:v>607.86704334462354</c:v>
                </c:pt>
                <c:pt idx="48">
                  <c:v>544.31867734912657</c:v>
                </c:pt>
                <c:pt idx="49">
                  <c:v>586.04883771837558</c:v>
                </c:pt>
                <c:pt idx="50">
                  <c:v>558.42933005806765</c:v>
                </c:pt>
                <c:pt idx="51">
                  <c:v>506.06442121589475</c:v>
                </c:pt>
                <c:pt idx="52">
                  <c:v>584.83830874112346</c:v>
                </c:pt>
                <c:pt idx="53">
                  <c:v>597.30501228180185</c:v>
                </c:pt>
                <c:pt idx="54">
                  <c:v>564.71548755932974</c:v>
                </c:pt>
                <c:pt idx="55">
                  <c:v>540.4335393020549</c:v>
                </c:pt>
                <c:pt idx="56">
                  <c:v>520.15657156601424</c:v>
                </c:pt>
                <c:pt idx="57">
                  <c:v>588.37268776211636</c:v>
                </c:pt>
                <c:pt idx="58">
                  <c:v>589.37073893119259</c:v>
                </c:pt>
                <c:pt idx="59">
                  <c:v>557.87613157405292</c:v>
                </c:pt>
                <c:pt idx="60">
                  <c:v>510.75854539703619</c:v>
                </c:pt>
                <c:pt idx="61">
                  <c:v>573.91576353334619</c:v>
                </c:pt>
                <c:pt idx="62">
                  <c:v>597.7253741020096</c:v>
                </c:pt>
                <c:pt idx="63">
                  <c:v>510.34330921445479</c:v>
                </c:pt>
                <c:pt idx="64">
                  <c:v>541.16600078866031</c:v>
                </c:pt>
                <c:pt idx="65">
                  <c:v>576.78166249632113</c:v>
                </c:pt>
                <c:pt idx="66">
                  <c:v>601.03093310698966</c:v>
                </c:pt>
                <c:pt idx="67">
                  <c:v>510.69972416499638</c:v>
                </c:pt>
                <c:pt idx="68">
                  <c:v>576.63728833886603</c:v>
                </c:pt>
                <c:pt idx="69">
                  <c:v>584.67159604655876</c:v>
                </c:pt>
                <c:pt idx="70">
                  <c:v>582.30965287775552</c:v>
                </c:pt>
                <c:pt idx="71">
                  <c:v>607.26793824019819</c:v>
                </c:pt>
                <c:pt idx="72">
                  <c:v>556.63515055641858</c:v>
                </c:pt>
                <c:pt idx="73">
                  <c:v>551.31312973026331</c:v>
                </c:pt>
                <c:pt idx="74">
                  <c:v>587.78703572671589</c:v>
                </c:pt>
                <c:pt idx="75">
                  <c:v>545.04678931114586</c:v>
                </c:pt>
                <c:pt idx="76">
                  <c:v>580.21913721188753</c:v>
                </c:pt>
                <c:pt idx="77">
                  <c:v>556.11020877746932</c:v>
                </c:pt>
                <c:pt idx="78">
                  <c:v>214.94423547053256</c:v>
                </c:pt>
                <c:pt idx="79">
                  <c:v>564.30975010285351</c:v>
                </c:pt>
                <c:pt idx="80">
                  <c:v>586.26703158819123</c:v>
                </c:pt>
                <c:pt idx="81">
                  <c:v>566.62824196066367</c:v>
                </c:pt>
                <c:pt idx="82">
                  <c:v>520.06149158066785</c:v>
                </c:pt>
                <c:pt idx="83">
                  <c:v>612.74906423104414</c:v>
                </c:pt>
                <c:pt idx="84">
                  <c:v>606.35176551976258</c:v>
                </c:pt>
                <c:pt idx="85">
                  <c:v>552.04209583517843</c:v>
                </c:pt>
                <c:pt idx="86">
                  <c:v>592.91959634691773</c:v>
                </c:pt>
                <c:pt idx="87">
                  <c:v>616.02781224916816</c:v>
                </c:pt>
                <c:pt idx="88">
                  <c:v>504.50105331154123</c:v>
                </c:pt>
                <c:pt idx="89">
                  <c:v>599.97593123367903</c:v>
                </c:pt>
                <c:pt idx="90">
                  <c:v>542.93900807287071</c:v>
                </c:pt>
                <c:pt idx="91">
                  <c:v>580.14548368182557</c:v>
                </c:pt>
                <c:pt idx="92">
                  <c:v>569.75489624691556</c:v>
                </c:pt>
                <c:pt idx="93">
                  <c:v>555.17903403429659</c:v>
                </c:pt>
                <c:pt idx="94">
                  <c:v>591.75507626118781</c:v>
                </c:pt>
                <c:pt idx="95">
                  <c:v>552.32114573786305</c:v>
                </c:pt>
                <c:pt idx="96">
                  <c:v>553.66726086788492</c:v>
                </c:pt>
                <c:pt idx="97">
                  <c:v>594.18289940768295</c:v>
                </c:pt>
                <c:pt idx="98">
                  <c:v>588.97786270431334</c:v>
                </c:pt>
                <c:pt idx="99">
                  <c:v>569.82760584202117</c:v>
                </c:pt>
                <c:pt idx="100">
                  <c:v>582.32392661621952</c:v>
                </c:pt>
                <c:pt idx="101">
                  <c:v>603.18058067640573</c:v>
                </c:pt>
                <c:pt idx="102">
                  <c:v>509.31268888728948</c:v>
                </c:pt>
                <c:pt idx="103">
                  <c:v>552.64218565569001</c:v>
                </c:pt>
                <c:pt idx="104">
                  <c:v>592.20887446725533</c:v>
                </c:pt>
                <c:pt idx="105">
                  <c:v>594.07200861658339</c:v>
                </c:pt>
                <c:pt idx="106">
                  <c:v>619.05461115239507</c:v>
                </c:pt>
                <c:pt idx="107">
                  <c:v>513.3666240941152</c:v>
                </c:pt>
                <c:pt idx="108">
                  <c:v>221.95212059295295</c:v>
                </c:pt>
                <c:pt idx="109">
                  <c:v>563.82764220798026</c:v>
                </c:pt>
                <c:pt idx="110">
                  <c:v>559.18899429837916</c:v>
                </c:pt>
                <c:pt idx="111">
                  <c:v>550.73234366815927</c:v>
                </c:pt>
                <c:pt idx="112">
                  <c:v>487.99953399003397</c:v>
                </c:pt>
                <c:pt idx="113">
                  <c:v>574.11797246639526</c:v>
                </c:pt>
                <c:pt idx="114">
                  <c:v>528.00713587169491</c:v>
                </c:pt>
                <c:pt idx="115">
                  <c:v>597.46465217067509</c:v>
                </c:pt>
                <c:pt idx="116">
                  <c:v>552.84942911438861</c:v>
                </c:pt>
                <c:pt idx="117">
                  <c:v>594.48323490316534</c:v>
                </c:pt>
                <c:pt idx="118">
                  <c:v>547.67744468211913</c:v>
                </c:pt>
                <c:pt idx="119">
                  <c:v>417.5001492765835</c:v>
                </c:pt>
                <c:pt idx="120">
                  <c:v>568.37977519054527</c:v>
                </c:pt>
                <c:pt idx="121">
                  <c:v>584.6174698373369</c:v>
                </c:pt>
                <c:pt idx="122">
                  <c:v>549.73722375201476</c:v>
                </c:pt>
                <c:pt idx="123">
                  <c:v>620.67194657433481</c:v>
                </c:pt>
                <c:pt idx="124">
                  <c:v>615.47028795795006</c:v>
                </c:pt>
                <c:pt idx="125">
                  <c:v>597.58407914744907</c:v>
                </c:pt>
                <c:pt idx="126">
                  <c:v>525.04575296685732</c:v>
                </c:pt>
                <c:pt idx="127">
                  <c:v>622.47453723565593</c:v>
                </c:pt>
                <c:pt idx="128">
                  <c:v>575.1488537833377</c:v>
                </c:pt>
                <c:pt idx="129">
                  <c:v>530.88082819142801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F00-471F-B0DF-FC6834429B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33090288"/>
        <c:axId val="1327351760"/>
      </c:scatterChart>
      <c:valAx>
        <c:axId val="13330902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0" i="0" u="none" strike="noStrike" kern="1200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</a:rPr>
                  <a:t>Compton Angle (θ)</a:t>
                </a:r>
                <a:r>
                  <a:rPr lang="en-US"/>
                  <a:t> 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27351760"/>
        <c:crosses val="autoZero"/>
        <c:crossBetween val="midCat"/>
      </c:valAx>
      <c:valAx>
        <c:axId val="1327351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E(keV)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3309028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477018810148732"/>
          <c:y val="5.1504082822980468E-2"/>
          <c:w val="0.52126268591426073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0C99-7121-1016-2465-1EDD7041D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1D1657-A878-F84B-3847-9DD752F329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6C219-3CB7-2771-D93A-A4ADA5BA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93061-237A-7AB1-18E2-0FE16E2A5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B9F83-0851-3E0F-EA6A-E6D6E17B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524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67CFE-2011-8B9C-8F92-773895DD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DC0FF-07C8-A1DF-0816-9E46F2C65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47FAD-9D43-E4AD-B30A-7B07C4FD1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9E2C5-B4A7-C9DF-161E-6A1B26034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C5ADD-1D38-56BF-0A4D-AE64D1262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194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A6931-B38F-6DA8-0566-02A393FFB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1F221-1514-1B86-916D-74F864C75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F19F9-656B-FF80-49A5-5DEE9B36C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1C6EB-0EDF-61B1-B2E7-B4BA3E87D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6812C-9328-61B7-6123-664BC6CD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545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9C43-A054-D4A9-E165-30D74305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3512E-C22B-43D1-EB94-E350D83752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4910D-3E82-295B-FBDC-83D622055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C0A97-C12B-3CF8-948E-BE0643CA6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1197A-199A-07DE-E5F3-D595CA3D7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B68FA8-A820-0B8C-A279-D8A8E3946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607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74D6-B31C-DE2B-15D7-FC6F693C5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C5ED80-4777-A07E-EBCC-5ED21DE77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FDEC4-9CCD-E6A9-8837-8DF687963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7A1B71-CF3A-FBAE-B51E-86386C0E3F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9C6337-EF74-1B5E-882B-E02FEC0E8D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F8F375-280C-1FC6-8047-001DC7152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04DCB5-8CD9-4430-6E72-DC71E618C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24CC66-6790-E773-6D08-9AEB11D2F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487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FB36-9296-21F4-9D9C-C785028D7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6D7ACF-63F2-D0E6-945A-05565C13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E2AC5-616D-F968-E963-2E302FD13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80D34C-DD5B-456A-7766-6D35CDCC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64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94253-EDBC-FDB9-9D75-67779DB8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C50CA-87B2-ACCA-CDC1-2BD48E10E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1F587-1A78-2B67-1629-3EFBBD147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42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577EE-E971-82B9-00F5-8A02C39BC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69001-CAE8-0843-6BE3-DA27A00DF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9A106-0487-0B2E-B78C-81B5C52397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B81B1-8596-6C8B-BE19-8FAFF132E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E8353-CC30-B694-5C51-FC9BEEFD5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E7281-A074-5256-D54E-44C372FD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93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F339A-EB15-B44F-4764-C4CEAA3F2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77B91B-FE07-6984-23B4-FD02A046E5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97ACD-4E9A-AE6E-61C8-39B009C08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73AFB-44AC-7086-4F21-AB69BE8D2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06EED9-756C-B238-7DD9-D1281C43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32BC89-B836-69A1-1B83-0C1B86B9D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219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99FE-2517-F0E0-C7AE-AD37EA110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D399C4-A42D-B0D0-6E28-EDDD71DC9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F5AAC-2CF1-380B-93E6-AB37C88A0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0FF7F-F961-B016-469E-2D25F3CFD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7CF3A-6E41-7A5E-A6D8-F5FB7EFF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87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D2E8CD-CFBD-3B23-09BA-B18B89231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F0FC4D-0E20-6297-8102-34150B5D96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FDBD8-D7EE-67DA-F59C-AA7B388CF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56E86-6A4E-37AD-67A3-5EBC3CF0E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E0689-145D-FA4A-2539-101095EA8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735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5491F4-6532-4922-43EA-A6CAB0C0F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DC070-7FA9-301D-DA6A-F2522DA096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2A304-2AE2-F0A3-165C-28EA42A9F4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0A3E2-8B08-54FF-EB10-11A2645B5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B9B30-52D5-95DF-E1C6-740ED1333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9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hyperlink" Target="../../../ICRP_Lung/gamma_vlm2_3_to_detector430_1.xls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14163-77C7-8E36-95BA-9038AD2B45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Geant4 Simulation: Compton Profile Mapping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8BDC4-9A79-8183-7CF1-67E0662F5C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Monotype Corsiva" panose="03010101010201010101" pitchFamily="66" charset="0"/>
              </a:rPr>
              <a:t>Md Rahman</a:t>
            </a:r>
          </a:p>
          <a:p>
            <a:r>
              <a:rPr lang="en-US" sz="1600" dirty="0"/>
              <a:t>Advisor</a:t>
            </a:r>
          </a:p>
          <a:p>
            <a:r>
              <a:rPr lang="en-US" dirty="0">
                <a:latin typeface="Monotype Corsiva" panose="03010101010201010101" pitchFamily="66" charset="0"/>
              </a:rPr>
              <a:t>Professor Dongming Mei</a:t>
            </a:r>
          </a:p>
        </p:txBody>
      </p:sp>
    </p:spTree>
    <p:extLst>
      <p:ext uri="{BB962C8B-B14F-4D97-AF65-F5344CB8AC3E}">
        <p14:creationId xmlns:p14="http://schemas.microsoft.com/office/powerpoint/2010/main" val="3360838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2A9AA-C370-2989-9672-0BC91829B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Ranges of Scattering Angle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93C7F-BBFF-55AD-A7A3-0A4204E11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B192B0-1556-A20F-4B43-6CD49B3C1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1825625"/>
            <a:ext cx="59436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2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25D36-AEE4-FBDD-5436-C38822C40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3A5A3-98CD-92CD-4000-AD9B9A7DA1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5884"/>
                <a:ext cx="10515600" cy="4351338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𝑆𝑐𝑎𝑡𝑡𝑒𝑟𝑖𝑛𝑔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𝑟𝑎𝑛𝑔𝑒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±(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(1/4.5)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12.53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0.25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4.5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0.25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4.61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3.11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𝑆𝑐𝑎𝑡𝑡𝑒𝑟𝑖𝑛𝑔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𝑟𝑎𝑛𝑔𝑒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=30±(12.53+3.11)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                                 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14.36~45.64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3A5A3-98CD-92CD-4000-AD9B9A7DA1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5884"/>
                <a:ext cx="10515600" cy="4351338"/>
              </a:xfrm>
              <a:blipFill>
                <a:blip r:embed="rId2"/>
                <a:stretch>
                  <a:fillRect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B147D211-F6CA-936E-647C-551828248B70}"/>
              </a:ext>
            </a:extLst>
          </p:cNvPr>
          <p:cNvGrpSpPr/>
          <p:nvPr/>
        </p:nvGrpSpPr>
        <p:grpSpPr>
          <a:xfrm>
            <a:off x="6926242" y="3332916"/>
            <a:ext cx="4159199" cy="1748726"/>
            <a:chOff x="6234479" y="3332916"/>
            <a:chExt cx="4159199" cy="1748726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0B13A33-BCE1-07DC-9284-7054D51581FD}"/>
                </a:ext>
              </a:extLst>
            </p:cNvPr>
            <p:cNvGrpSpPr/>
            <p:nvPr/>
          </p:nvGrpSpPr>
          <p:grpSpPr>
            <a:xfrm>
              <a:off x="7370196" y="3991553"/>
              <a:ext cx="2584837" cy="915726"/>
              <a:chOff x="7370196" y="3991553"/>
              <a:chExt cx="2584837" cy="91572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9C18F75-1293-4F9B-8D9D-83FA528BDC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0196" y="4126727"/>
                <a:ext cx="2584837" cy="78055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Arc 32">
                <a:extLst>
                  <a:ext uri="{FF2B5EF4-FFF2-40B4-BE49-F238E27FC236}">
                    <a16:creationId xmlns:a16="http://schemas.microsoft.com/office/drawing/2014/main" id="{992939D5-A499-2201-6924-A113649F1F82}"/>
                  </a:ext>
                </a:extLst>
              </p:cNvPr>
              <p:cNvSpPr/>
              <p:nvPr/>
            </p:nvSpPr>
            <p:spPr>
              <a:xfrm>
                <a:off x="7863840" y="3991553"/>
                <a:ext cx="55659" cy="270344"/>
              </a:xfrm>
              <a:prstGeom prst="arc">
                <a:avLst/>
              </a:prstGeom>
              <a:ln>
                <a:solidFill>
                  <a:srgbClr val="00B05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Arc 41">
                <a:extLst>
                  <a:ext uri="{FF2B5EF4-FFF2-40B4-BE49-F238E27FC236}">
                    <a16:creationId xmlns:a16="http://schemas.microsoft.com/office/drawing/2014/main" id="{60EB5D5C-6D07-0F32-0D83-6DC36FA52E74}"/>
                  </a:ext>
                </a:extLst>
              </p:cNvPr>
              <p:cNvSpPr/>
              <p:nvPr/>
            </p:nvSpPr>
            <p:spPr>
              <a:xfrm rot="2739241">
                <a:off x="7969941" y="4040901"/>
                <a:ext cx="412079" cy="489358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35DC987-6F10-A801-C753-97A240C0ED76}"/>
                </a:ext>
              </a:extLst>
            </p:cNvPr>
            <p:cNvGrpSpPr/>
            <p:nvPr/>
          </p:nvGrpSpPr>
          <p:grpSpPr>
            <a:xfrm>
              <a:off x="6234479" y="3332916"/>
              <a:ext cx="4159199" cy="1748726"/>
              <a:chOff x="6218578" y="3332916"/>
              <a:chExt cx="4159199" cy="1748726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2FA01B4-3F99-1F0E-BA75-96040C23DC42}"/>
                  </a:ext>
                </a:extLst>
              </p:cNvPr>
              <p:cNvGrpSpPr/>
              <p:nvPr/>
            </p:nvGrpSpPr>
            <p:grpSpPr>
              <a:xfrm>
                <a:off x="8558686" y="4556854"/>
                <a:ext cx="366424" cy="524788"/>
                <a:chOff x="8558686" y="4556854"/>
                <a:chExt cx="366424" cy="52478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369CFCB8-C4BB-C2F8-9D18-D7E6F03110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58686" y="4866198"/>
                      <a:ext cx="36642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369CFCB8-C4BB-C2F8-9D18-D7E6F03110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58686" y="4866198"/>
                      <a:ext cx="366424" cy="21544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2945B130-B049-0D49-CBED-5D9CEA87F8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714630" y="4556854"/>
                  <a:ext cx="27268" cy="357050"/>
                </a:xfrm>
                <a:prstGeom prst="straightConnector1">
                  <a:avLst/>
                </a:prstGeom>
                <a:ln>
                  <a:solidFill>
                    <a:schemeClr val="accent1">
                      <a:lumMod val="5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E44D3B7-67FC-5AB6-110A-2E9CFE098C75}"/>
                  </a:ext>
                </a:extLst>
              </p:cNvPr>
              <p:cNvGrpSpPr/>
              <p:nvPr/>
            </p:nvGrpSpPr>
            <p:grpSpPr>
              <a:xfrm>
                <a:off x="6218578" y="3332916"/>
                <a:ext cx="4159199" cy="1574358"/>
                <a:chOff x="6218578" y="3332921"/>
                <a:chExt cx="4159199" cy="157435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A615EF2C-9A46-2D98-C59E-04013ACAED96}"/>
                    </a:ext>
                  </a:extLst>
                </p:cNvPr>
                <p:cNvSpPr/>
                <p:nvPr/>
              </p:nvSpPr>
              <p:spPr>
                <a:xfrm>
                  <a:off x="7314539" y="3991553"/>
                  <a:ext cx="119933" cy="270345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0961F75-9932-B0E8-5C8D-0F5733645904}"/>
                    </a:ext>
                  </a:extLst>
                </p:cNvPr>
                <p:cNvSpPr/>
                <p:nvPr/>
              </p:nvSpPr>
              <p:spPr>
                <a:xfrm>
                  <a:off x="9511085" y="3332921"/>
                  <a:ext cx="866692" cy="1574358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E3F8AA0-617B-A1A0-91CE-33505817E9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70196" y="4126727"/>
                  <a:ext cx="255303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2BBC6BCD-8F9F-764C-7C3F-394F6755FD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923228" y="4126727"/>
                  <a:ext cx="0" cy="780552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36AD066-4B48-70E4-120C-BA121979DF22}"/>
                    </a:ext>
                  </a:extLst>
                </p:cNvPr>
                <p:cNvCxnSpPr>
                  <a:endCxn id="6" idx="4"/>
                </p:cNvCxnSpPr>
                <p:nvPr/>
              </p:nvCxnSpPr>
              <p:spPr>
                <a:xfrm>
                  <a:off x="7370196" y="4261898"/>
                  <a:ext cx="2574235" cy="645381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Arc 19">
                  <a:extLst>
                    <a:ext uri="{FF2B5EF4-FFF2-40B4-BE49-F238E27FC236}">
                      <a16:creationId xmlns:a16="http://schemas.microsoft.com/office/drawing/2014/main" id="{27C33095-03D0-999A-6F87-56A3FFDD1371}"/>
                    </a:ext>
                  </a:extLst>
                </p:cNvPr>
                <p:cNvSpPr/>
                <p:nvPr/>
              </p:nvSpPr>
              <p:spPr>
                <a:xfrm flipH="1">
                  <a:off x="8573495" y="4500438"/>
                  <a:ext cx="45719" cy="111319"/>
                </a:xfrm>
                <a:prstGeom prst="arc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75CF255E-A4E3-B3C2-E472-357DAE2B29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95775" y="3943846"/>
                  <a:ext cx="1806604" cy="469008"/>
                </a:xfrm>
                <a:prstGeom prst="straightConnector1">
                  <a:avLst/>
                </a:prstGeom>
                <a:ln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AB5CF143-541F-3CFC-B215-6D01573B53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03039" y="3959747"/>
                      <a:ext cx="26622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AB5CF143-541F-3CFC-B215-6D01573B53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3039" y="3959747"/>
                      <a:ext cx="266227" cy="21544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F7317DB-D92C-8F30-9567-7472F4488664}"/>
                    </a:ext>
                  </a:extLst>
                </p:cNvPr>
                <p:cNvSpPr txBox="1"/>
                <p:nvPr/>
              </p:nvSpPr>
              <p:spPr>
                <a:xfrm>
                  <a:off x="9955033" y="4341412"/>
                  <a:ext cx="380339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1cm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2456834-E2E4-02A4-D913-A821D1053355}"/>
                    </a:ext>
                  </a:extLst>
                </p:cNvPr>
                <p:cNvSpPr txBox="1"/>
                <p:nvPr/>
              </p:nvSpPr>
              <p:spPr>
                <a:xfrm>
                  <a:off x="8811370" y="3921317"/>
                  <a:ext cx="531415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4.5 cm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CED6C8DA-E9B0-EA1F-AFA3-E5FC75790B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02379" y="4175191"/>
                      <a:ext cx="30390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CED6C8DA-E9B0-EA1F-AFA3-E5FC75790B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2379" y="4175191"/>
                      <a:ext cx="30390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9E6980E-952B-C24B-C91A-81760807864E}"/>
                    </a:ext>
                  </a:extLst>
                </p:cNvPr>
                <p:cNvSpPr txBox="1"/>
                <p:nvPr/>
              </p:nvSpPr>
              <p:spPr>
                <a:xfrm rot="1005011">
                  <a:off x="8715771" y="4409967"/>
                  <a:ext cx="60252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4.61 cm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8756AAE-15DE-9AB7-CAA0-C6A1F194D477}"/>
                    </a:ext>
                  </a:extLst>
                </p:cNvPr>
                <p:cNvSpPr txBox="1"/>
                <p:nvPr/>
              </p:nvSpPr>
              <p:spPr>
                <a:xfrm rot="20769300">
                  <a:off x="6218578" y="4086965"/>
                  <a:ext cx="827394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Incident beam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27826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22608-B33E-6895-4F23-0F2195525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Scattering Events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4604E5-C873-2B66-8FE3-A9C5CB47A3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87318"/>
            <a:ext cx="5811673" cy="27745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823F31-1DED-7C82-8A04-984E8A9A3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329" y="1690688"/>
            <a:ext cx="5459248" cy="27886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A40C7-1821-4D74-2808-39182CF12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7096" y="3429000"/>
            <a:ext cx="6096000" cy="29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061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88899-B3DD-3C11-F6EA-F27E6F96C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74358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Compton Scattering from Tumor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E873C9-2E17-11FB-61ED-912CC8970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508" y="365126"/>
            <a:ext cx="4980936" cy="4530431"/>
          </a:xfrm>
          <a:prstGeom prst="rect">
            <a:avLst/>
          </a:prstGeom>
        </p:spPr>
      </p:pic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5D9672F-5ABD-9F20-6E15-928E2147E3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2726632"/>
              </p:ext>
            </p:extLst>
          </p:nvPr>
        </p:nvGraphicFramePr>
        <p:xfrm>
          <a:off x="838199" y="1902543"/>
          <a:ext cx="5928361" cy="3091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8" name="Title 1">
                <a:extLst>
                  <a:ext uri="{FF2B5EF4-FFF2-40B4-BE49-F238E27FC236}">
                    <a16:creationId xmlns:a16="http://schemas.microsoft.com/office/drawing/2014/main" id="{F5CE621C-A5EB-90C9-D926-5AAADB9CB5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90600" y="5103595"/>
                <a:ext cx="10515600" cy="124093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endParaRPr lang="en-US" sz="3200" dirty="0"/>
              </a:p>
              <a:p>
                <a:pPr algn="ctr"/>
                <a:r>
                  <a:rPr lang="en-US" sz="3200" dirty="0"/>
                  <a:t>Most of the incident gammas scattered at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14.36~45.64</m:t>
                    </m:r>
                  </m:oMath>
                </a14:m>
                <a:r>
                  <a:rPr lang="en-US" sz="3200" dirty="0"/>
                  <a:t> since we are navigating toward the detector(30deg). </a:t>
                </a:r>
                <a:r>
                  <a:rPr lang="en-US" sz="3200" dirty="0">
                    <a:solidFill>
                      <a:srgbClr val="FF0000"/>
                    </a:solidFill>
                  </a:rPr>
                  <a:t>Scattered gammas from tumor is 3</a:t>
                </a:r>
                <a:r>
                  <a:rPr lang="en-US" sz="3200" baseline="30000" dirty="0">
                    <a:solidFill>
                      <a:srgbClr val="FF0000"/>
                    </a:solidFill>
                  </a:rPr>
                  <a:t>rd</a:t>
                </a:r>
                <a:r>
                  <a:rPr lang="en-US" sz="3200" dirty="0">
                    <a:solidFill>
                      <a:srgbClr val="FF0000"/>
                    </a:solidFill>
                  </a:rPr>
                  <a:t> steps.</a:t>
                </a:r>
              </a:p>
              <a:p>
                <a:pPr algn="ctr"/>
                <a:endParaRPr lang="en-US" sz="3200" dirty="0"/>
              </a:p>
            </p:txBody>
          </p:sp>
        </mc:Choice>
        <mc:Fallback>
          <p:sp>
            <p:nvSpPr>
              <p:cNvPr id="8" name="Title 1">
                <a:extLst>
                  <a:ext uri="{FF2B5EF4-FFF2-40B4-BE49-F238E27FC236}">
                    <a16:creationId xmlns:a16="http://schemas.microsoft.com/office/drawing/2014/main" id="{F5CE621C-A5EB-90C9-D926-5AAADB9CB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5103595"/>
                <a:ext cx="10515600" cy="1240934"/>
              </a:xfrm>
              <a:prstGeom prst="rect">
                <a:avLst/>
              </a:prstGeom>
              <a:blipFill>
                <a:blip r:embed="rId4"/>
                <a:stretch>
                  <a:fillRect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8289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8AEDB-C832-14BC-F052-FA59046BF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478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C9E245A-1275-879F-AB4D-8E80E2BB15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8137421"/>
              </p:ext>
            </p:extLst>
          </p:nvPr>
        </p:nvGraphicFramePr>
        <p:xfrm>
          <a:off x="607142" y="1248849"/>
          <a:ext cx="5488858" cy="24661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4E52DC4-584A-B785-4653-18C7376EA6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39449985"/>
              </p:ext>
            </p:extLst>
          </p:nvPr>
        </p:nvGraphicFramePr>
        <p:xfrm>
          <a:off x="6411464" y="1110327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91ED60C8-8705-588F-88BC-39FB8300D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42" y="3429000"/>
            <a:ext cx="3628094" cy="31951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itle 1">
                <a:extLst>
                  <a:ext uri="{FF2B5EF4-FFF2-40B4-BE49-F238E27FC236}">
                    <a16:creationId xmlns:a16="http://schemas.microsoft.com/office/drawing/2014/main" id="{9BC5688F-294D-0DA8-1CFD-F6935CE0C76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2676" y="4145772"/>
                <a:ext cx="6793523" cy="2198757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endParaRPr lang="en-US" sz="3200" dirty="0"/>
              </a:p>
              <a:p>
                <a:pPr algn="ctr"/>
                <a:r>
                  <a:rPr lang="en-US" sz="3200" dirty="0"/>
                  <a:t>Most of the incident gammas scattered at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14.36~45.64</m:t>
                    </m:r>
                  </m:oMath>
                </a14:m>
                <a:r>
                  <a:rPr lang="en-US" sz="3200" dirty="0"/>
                  <a:t> since the detector cover this ranges.</a:t>
                </a:r>
              </a:p>
              <a:p>
                <a:pPr algn="ctr"/>
                <a:r>
                  <a:rPr lang="en-US" sz="3200" dirty="0">
                    <a:solidFill>
                      <a:srgbClr val="FF0000"/>
                    </a:solidFill>
                  </a:rPr>
                  <a:t>Scattered gammas from tumor is 3</a:t>
                </a:r>
                <a:r>
                  <a:rPr lang="en-US" sz="3200" baseline="30000" dirty="0">
                    <a:solidFill>
                      <a:srgbClr val="FF0000"/>
                    </a:solidFill>
                  </a:rPr>
                  <a:t>rd</a:t>
                </a:r>
                <a:r>
                  <a:rPr lang="en-US" sz="3200" dirty="0">
                    <a:solidFill>
                      <a:srgbClr val="FF0000"/>
                    </a:solidFill>
                  </a:rPr>
                  <a:t> steps. </a:t>
                </a:r>
              </a:p>
              <a:p>
                <a:pPr algn="ctr"/>
                <a:r>
                  <a:rPr lang="en-US" sz="3200" dirty="0"/>
                  <a:t>Gammas in detectors are 7</a:t>
                </a:r>
                <a:r>
                  <a:rPr lang="en-US" sz="3200" baseline="30000" dirty="0"/>
                  <a:t>th</a:t>
                </a:r>
                <a:r>
                  <a:rPr lang="en-US" sz="3200" dirty="0"/>
                  <a:t>/8</a:t>
                </a:r>
                <a:r>
                  <a:rPr lang="en-US" sz="3200" baseline="30000" dirty="0"/>
                  <a:t>th</a:t>
                </a:r>
                <a:r>
                  <a:rPr lang="en-US" sz="3200" dirty="0"/>
                  <a:t> steps.</a:t>
                </a:r>
              </a:p>
              <a:p>
                <a:pPr algn="ctr"/>
                <a:endParaRPr lang="en-US" sz="3200" dirty="0"/>
              </a:p>
            </p:txBody>
          </p:sp>
        </mc:Choice>
        <mc:Fallback>
          <p:sp>
            <p:nvSpPr>
              <p:cNvPr id="9" name="Title 1">
                <a:extLst>
                  <a:ext uri="{FF2B5EF4-FFF2-40B4-BE49-F238E27FC236}">
                    <a16:creationId xmlns:a16="http://schemas.microsoft.com/office/drawing/2014/main" id="{9BC5688F-294D-0DA8-1CFD-F6935CE0C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2676" y="4145772"/>
                <a:ext cx="6793523" cy="2198757"/>
              </a:xfrm>
              <a:prstGeom prst="rect">
                <a:avLst/>
              </a:prstGeom>
              <a:blipFill>
                <a:blip r:embed="rId5"/>
                <a:stretch>
                  <a:fillRect l="-1346" r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2065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EAC55-160D-A0AE-C6F6-6CD61A3F0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KN Formula Break down?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ABA34-36AE-636C-4C4E-AFFED8730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1887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Why the single-scatter Compton formula breaks down here</a:t>
            </a:r>
            <a:endParaRPr lang="en-US" dirty="0"/>
          </a:p>
          <a:p>
            <a:r>
              <a:rPr lang="en-US" dirty="0"/>
              <a:t>The Compton (Klein-Nishina) energy-angle relationship is only valid for </a:t>
            </a:r>
            <a:r>
              <a:rPr lang="en-US" b="1" dirty="0"/>
              <a:t>exactly one</a:t>
            </a:r>
            <a:r>
              <a:rPr lang="en-US" dirty="0"/>
              <a:t> scattering event</a:t>
            </a:r>
          </a:p>
          <a:p>
            <a:r>
              <a:rPr lang="en-US" dirty="0"/>
              <a:t>There is extra energy loss somewhere </a:t>
            </a:r>
            <a:r>
              <a:rPr lang="en-US" dirty="0" err="1"/>
              <a:t>inbetween</a:t>
            </a:r>
            <a:r>
              <a:rPr lang="en-US" dirty="0"/>
              <a:t> the tumor and detector: either by </a:t>
            </a:r>
            <a:r>
              <a:rPr lang="en-US" b="1" dirty="0"/>
              <a:t>additional Compton scattering (and/or other interactions).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D8350-BC47-9D91-339E-9987C6D06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418" y="1690688"/>
            <a:ext cx="2784420" cy="2692698"/>
          </a:xfrm>
          <a:prstGeom prst="rect">
            <a:avLst/>
          </a:prstGeom>
        </p:spPr>
      </p:pic>
      <p:pic>
        <p:nvPicPr>
          <p:cNvPr id="4" name="Content Placeholder 11">
            <a:extLst>
              <a:ext uri="{FF2B5EF4-FFF2-40B4-BE49-F238E27FC236}">
                <a16:creationId xmlns:a16="http://schemas.microsoft.com/office/drawing/2014/main" id="{AFCC467B-AF50-DCFF-6072-6E9BEC806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655" y="2505074"/>
            <a:ext cx="4106785" cy="409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430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1E1A-A872-FFC1-FB92-65A7D5F72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KN Formula Break down(con.)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1E958-FF9B-6F25-0379-49521F2CFC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dirty="0"/>
                  <a:t>We are matching a Compton interaction in volume 2/3 to a subsequent record in detector. </a:t>
                </a:r>
                <a14:m>
                  <m:oMath xmlns:m="http://schemas.openxmlformats.org/officeDocument/2006/math">
                    <m:borderBox>
                      <m:borderBoxPr>
                        <m:ctrlPr>
                          <a:rPr lang="en-US" b="0" i="0"/>
                        </m:ctrlPr>
                      </m:borderBoxPr>
                      <m:e>
                        <m:r>
                          <m:rPr>
                            <m:nor/>
                          </m:rPr>
                          <a:rPr lang="en-US" b="0" i="0"/>
                          <m:t>tumor/tissue Compton record</m:t>
                        </m:r>
                      </m:e>
                    </m:borderBox>
                    <m:r>
                      <a:rPr lang="en-US"/>
                      <m:t> ⟶ </m:t>
                    </m:r>
                    <m:borderBox>
                      <m:borderBoxPr>
                        <m:ctrlPr>
                          <a:rPr lang="en-US"/>
                        </m:ctrlPr>
                      </m:borderBoxPr>
                      <m:e>
                        <m:r>
                          <m:rPr>
                            <m:nor/>
                          </m:rPr>
                          <a:rPr lang="en-US"/>
                          <m:t>detector record</m:t>
                        </m:r>
                      </m:e>
                    </m:borderBox>
                    <m:r>
                      <a:rPr lang="en-US"/>
                      <m:t>.</m:t>
                    </m:r>
                  </m:oMath>
                </a14:m>
                <a:endParaRPr lang="en-US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dirty="0"/>
                  <a:t>The KN formula  is applicable for single event (at the </a:t>
                </a:r>
                <a:r>
                  <a:rPr lang="en-US" b="1" dirty="0"/>
                  <a:t>first box)</a:t>
                </a:r>
                <a:r>
                  <a:rPr lang="en-US" dirty="0"/>
                  <a:t>, not for one recorded later in the detector.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b="1" dirty="0"/>
                  <a:t>Multiple scattering occurred before reaching the detector</a:t>
                </a:r>
                <a:r>
                  <a:rPr lang="en-US" dirty="0"/>
                  <a:t>. </a:t>
                </a:r>
                <a:r>
                  <a:rPr lang="en-US" dirty="0" err="1"/>
                  <a:t>e,.g</a:t>
                </a:r>
                <a:r>
                  <a:rPr lang="en-US" dirty="0"/>
                  <a:t>.  example,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/>
                      <m:t>662</m:t>
                    </m:r>
                    <m:limUpp>
                      <m:limUppPr>
                        <m:ctrlPr>
                          <a:rPr lang="en-US" i="1"/>
                        </m:ctrlPr>
                      </m:limUppPr>
                      <m:e>
                        <m:limLow>
                          <m:limLowPr>
                            <m:ctrlPr>
                              <a:rPr lang="en-US"/>
                            </m:ctrlPr>
                          </m:limLowPr>
                          <m:e>
                            <m:r>
                              <a:rPr lang="en-US"/>
                              <m:t>→</m:t>
                            </m:r>
                          </m:e>
                          <m:lim>
                            <m:box>
                              <m:boxPr>
                                <m:ctrlPr>
                                  <a:rPr lang="en-US"/>
                                </m:ctrlPr>
                              </m:boxPr>
                              <m:e>
                                <m:r>
                                  <m:rPr>
                                    <m:nor/>
                                  </m:rPr>
                                  <a:rPr lang="en-US"/>
                                  <m:t>tumor</m:t>
                                </m:r>
                              </m:e>
                            </m:box>
                          </m:lim>
                        </m:limLow>
                      </m:e>
                      <m:lim>
                        <m:box>
                          <m:boxPr>
                            <m:ctrlPr>
                              <a:rPr lang="en-US" i="1"/>
                            </m:ctrlPr>
                          </m:boxPr>
                          <m:e>
                            <m:sSup>
                              <m:sSupPr>
                                <m:ctrlPr>
                                  <a:rPr lang="en-US"/>
                                </m:ctrlPr>
                              </m:sSupPr>
                              <m:e>
                                <m:r>
                                  <a:rPr lang="en-US"/>
                                  <m:t>30</m:t>
                                </m:r>
                              </m:e>
                              <m:sup>
                                <m:r>
                                  <a:rPr lang="en-US"/>
                                  <m:t>∘</m:t>
                                </m:r>
                              </m:sup>
                            </m:sSup>
                          </m:e>
                        </m:box>
                      </m:lim>
                    </m:limUpp>
                    <m:r>
                      <a:rPr lang="en-US"/>
                      <m:t>564</m:t>
                    </m:r>
                    <m:limUpp>
                      <m:limUppPr>
                        <m:ctrlPr>
                          <a:rPr lang="en-US" i="1"/>
                        </m:ctrlPr>
                      </m:limUppPr>
                      <m:e>
                        <m:limLow>
                          <m:limLowPr>
                            <m:ctrlPr>
                              <a:rPr lang="en-US"/>
                            </m:ctrlPr>
                          </m:limLowPr>
                          <m:e>
                            <m:r>
                              <a:rPr lang="en-US"/>
                              <m:t>→</m:t>
                            </m:r>
                          </m:e>
                          <m:lim>
                            <m:box>
                              <m:boxPr>
                                <m:ctrlPr>
                                  <a:rPr lang="en-US"/>
                                </m:ctrlPr>
                              </m:boxPr>
                              <m:e>
                                <m:r>
                                  <m:rPr>
                                    <m:nor/>
                                  </m:rPr>
                                  <a:rPr lang="en-US"/>
                                  <m:t>phantom/other volume</m:t>
                                </m:r>
                              </m:e>
                            </m:box>
                          </m:lim>
                        </m:limLow>
                      </m:e>
                      <m:lim>
                        <m:box>
                          <m:boxPr>
                            <m:ctrlPr>
                              <a:rPr lang="en-US"/>
                            </m:ctrlPr>
                          </m:boxPr>
                          <m:e>
                            <m:r>
                              <m:rPr>
                                <m:nor/>
                              </m:rPr>
                              <a:rPr lang="en-US"/>
                              <m:t>Compton</m:t>
                            </m:r>
                          </m:e>
                        </m:box>
                      </m:lim>
                    </m:limUpp>
                    <m:r>
                      <a:rPr lang="en-US"/>
                      <m:t>400→</m:t>
                    </m:r>
                    <m:r>
                      <m:rPr>
                        <m:nor/>
                      </m:rPr>
                      <a:rPr lang="en-US"/>
                      <m:t>detector</m:t>
                    </m:r>
                    <m:r>
                      <a:rPr lang="en-US"/>
                      <m:t>.</m:t>
                    </m:r>
                  </m:oMath>
                </a14:m>
                <a:endParaRPr lang="en-US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dirty="0"/>
                  <a:t>We are keeping original angle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/>
                        </m:ctrlPr>
                      </m:sSupPr>
                      <m:e>
                        <m:r>
                          <a:rPr lang="en-US"/>
                          <m:t>30</m:t>
                        </m:r>
                      </m:e>
                      <m:sup>
                        <m:r>
                          <a:rPr lang="en-US"/>
                          <m:t>∘</m:t>
                        </m:r>
                      </m:sup>
                    </m:sSup>
                  </m:oMath>
                </a14:m>
                <a:r>
                  <a:rPr lang="en-US" dirty="0"/>
                  <a:t>, but detector entry energy is no longer same. So,  we need to impose constrain to count the event.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71E958-FF9B-6F25-0379-49521F2CFC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928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6807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9E6FD-561B-B751-1088-0CC7B4584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Overview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20FD56-7CF8-0B00-6820-616B9770C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506" y="1789162"/>
            <a:ext cx="4386494" cy="3641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696C07-EB2B-082E-62FA-B024EDE02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75" y="1240527"/>
            <a:ext cx="4386495" cy="326361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ABD9FEAA-DBE7-88FF-78A2-DB5DC2F19719}"/>
              </a:ext>
            </a:extLst>
          </p:cNvPr>
          <p:cNvSpPr txBox="1">
            <a:spLocks/>
          </p:cNvSpPr>
          <p:nvPr/>
        </p:nvSpPr>
        <p:spPr>
          <a:xfrm>
            <a:off x="-205153" y="5223197"/>
            <a:ext cx="5832231" cy="13309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hlinkClick r:id="rId4" action="ppaction://hlinkfile"/>
              </a:rPr>
              <a:t>Geant4-ROOT- Excel</a:t>
            </a:r>
            <a:endParaRPr lang="en-US" dirty="0"/>
          </a:p>
          <a:p>
            <a:pPr algn="ctr"/>
            <a:r>
              <a:rPr lang="en-US" dirty="0"/>
              <a:t>Compton profile mapping</a:t>
            </a:r>
          </a:p>
          <a:p>
            <a:pPr algn="ctr"/>
            <a:r>
              <a:rPr lang="en-US" dirty="0"/>
              <a:t> </a:t>
            </a:r>
          </a:p>
        </p:txBody>
      </p:sp>
      <p:pic>
        <p:nvPicPr>
          <p:cNvPr id="14" name="Content Placeholder 11">
            <a:extLst>
              <a:ext uri="{FF2B5EF4-FFF2-40B4-BE49-F238E27FC236}">
                <a16:creationId xmlns:a16="http://schemas.microsoft.com/office/drawing/2014/main" id="{1D9BACC7-544D-7802-23DB-DC016D300C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123325" y="1536056"/>
            <a:ext cx="4162026" cy="414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300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1512</TotalTime>
  <Words>315</Words>
  <Application>Microsoft Office PowerPoint</Application>
  <PresentationFormat>Widescreen</PresentationFormat>
  <Paragraphs>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Monotype Corsiva</vt:lpstr>
      <vt:lpstr>Wingdings</vt:lpstr>
      <vt:lpstr>Office Theme</vt:lpstr>
      <vt:lpstr>Geant4 Simulation: Compton Profile Mapping</vt:lpstr>
      <vt:lpstr>Ranges of Scattering Angle </vt:lpstr>
      <vt:lpstr>PowerPoint Presentation</vt:lpstr>
      <vt:lpstr>Scattering Events</vt:lpstr>
      <vt:lpstr>Compton Scattering from Tumor</vt:lpstr>
      <vt:lpstr>PowerPoint Presentation</vt:lpstr>
      <vt:lpstr>Is KN Formula Break down?</vt:lpstr>
      <vt:lpstr>Is KN Formula Break down(con.)</vt:lpstr>
      <vt:lpstr>Overview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Rahman, Md</dc:creator>
  <cp:lastModifiedBy>Rahman, Md</cp:lastModifiedBy>
  <cp:revision>7</cp:revision>
  <dcterms:created xsi:type="dcterms:W3CDTF">2026-09-04T21:05:19Z</dcterms:created>
  <dcterms:modified xsi:type="dcterms:W3CDTF">2026-09-11T16:46:53Z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cb311d3-aea9-4488-bc88-99739ecc7603_Enabled">
    <vt:lpwstr>true</vt:lpwstr>
  </property>
  <property fmtid="{D5CDD505-2E9C-101B-9397-08002B2CF9AE}" pid="3" name="MSIP_Label_8cb311d3-aea9-4488-bc88-99739ecc7603_SetDate">
    <vt:lpwstr>2026-09-04T21:05:19Z</vt:lpwstr>
  </property>
  <property fmtid="{D5CDD505-2E9C-101B-9397-08002B2CF9AE}" pid="4" name="MSIP_Label_8cb311d3-aea9-4488-bc88-99739ecc7603_Method">
    <vt:lpwstr>Standard</vt:lpwstr>
  </property>
  <property fmtid="{D5CDD505-2E9C-101B-9397-08002B2CF9AE}" pid="5" name="MSIP_Label_8cb311d3-aea9-4488-bc88-99739ecc7603_Name">
    <vt:lpwstr>Internal - University</vt:lpwstr>
  </property>
  <property fmtid="{D5CDD505-2E9C-101B-9397-08002B2CF9AE}" pid="6" name="MSIP_Label_8cb311d3-aea9-4488-bc88-99739ecc7603_SiteId">
    <vt:lpwstr>9c36a7d0-bf7b-4991-9b78-be91a52f0226</vt:lpwstr>
  </property>
  <property fmtid="{D5CDD505-2E9C-101B-9397-08002B2CF9AE}" pid="7" name="MSIP_Label_8cb311d3-aea9-4488-bc88-99739ecc7603_ActionId">
    <vt:lpwstr>294b7ea2-26dd-4b30-b2c9-cf7c7e1e7063</vt:lpwstr>
  </property>
  <property fmtid="{D5CDD505-2E9C-101B-9397-08002B2CF9AE}" pid="8" name="MSIP_Label_8cb311d3-aea9-4488-bc88-99739ecc7603_ContentBits">
    <vt:lpwstr>0</vt:lpwstr>
  </property>
  <property fmtid="{D5CDD505-2E9C-101B-9397-08002B2CF9AE}" pid="9" name="MSIP_Label_8cb311d3-aea9-4488-bc88-99739ecc7603_Tag">
    <vt:lpwstr>10, 3, 0, 1</vt:lpwstr>
  </property>
</Properties>
</file>