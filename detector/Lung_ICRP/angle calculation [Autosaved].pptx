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64" r:id="rId4"/>
    <p:sldId id="277" r:id="rId5"/>
    <p:sldId id="265" r:id="rId6"/>
    <p:sldId id="266" r:id="rId7"/>
    <p:sldId id="267" r:id="rId8"/>
    <p:sldId id="276" r:id="rId9"/>
    <p:sldId id="273" r:id="rId10"/>
    <p:sldId id="263" r:id="rId11"/>
    <p:sldId id="268" r:id="rId12"/>
    <p:sldId id="278" r:id="rId13"/>
    <p:sldId id="279" r:id="rId14"/>
    <p:sldId id="282" r:id="rId15"/>
    <p:sldId id="283" r:id="rId16"/>
    <p:sldId id="285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5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430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430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430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430_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430_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430_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_445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_460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CRP_Lung\gamma_vlm2_3_to_detector_460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Volume 3:Tumor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Scatter_Volume_3!$H$1</c:f>
              <c:strCache>
                <c:ptCount val="1"/>
                <c:pt idx="0">
                  <c:v>scatter_k_keV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Scatter_Volume_3!$G$2:$G$131</c:f>
              <c:numCache>
                <c:formatCode>General</c:formatCode>
                <c:ptCount val="130"/>
                <c:pt idx="0">
                  <c:v>85.271925041978449</c:v>
                </c:pt>
                <c:pt idx="1">
                  <c:v>40.113801646415872</c:v>
                </c:pt>
                <c:pt idx="2">
                  <c:v>34.510091760395397</c:v>
                </c:pt>
                <c:pt idx="3">
                  <c:v>29.73951499270169</c:v>
                </c:pt>
                <c:pt idx="4">
                  <c:v>25.214725510142941</c:v>
                </c:pt>
                <c:pt idx="5">
                  <c:v>23.038510252414898</c:v>
                </c:pt>
                <c:pt idx="6">
                  <c:v>26.90230281151435</c:v>
                </c:pt>
                <c:pt idx="7">
                  <c:v>25.704911755947698</c:v>
                </c:pt>
                <c:pt idx="8">
                  <c:v>36.319635914666662</c:v>
                </c:pt>
                <c:pt idx="9">
                  <c:v>34.589757190105878</c:v>
                </c:pt>
                <c:pt idx="10">
                  <c:v>37.955047501562717</c:v>
                </c:pt>
                <c:pt idx="11">
                  <c:v>20.803735999154121</c:v>
                </c:pt>
                <c:pt idx="12">
                  <c:v>22.23281636437731</c:v>
                </c:pt>
                <c:pt idx="13">
                  <c:v>19.76997252216254</c:v>
                </c:pt>
                <c:pt idx="14">
                  <c:v>18.679865703706291</c:v>
                </c:pt>
                <c:pt idx="15">
                  <c:v>22.1221353678024</c:v>
                </c:pt>
                <c:pt idx="16">
                  <c:v>24.538279555362131</c:v>
                </c:pt>
                <c:pt idx="17">
                  <c:v>38.19229930694997</c:v>
                </c:pt>
                <c:pt idx="18">
                  <c:v>40.15061130973811</c:v>
                </c:pt>
                <c:pt idx="19">
                  <c:v>26.657481623661329</c:v>
                </c:pt>
                <c:pt idx="20">
                  <c:v>22.280227236310179</c:v>
                </c:pt>
                <c:pt idx="21">
                  <c:v>32.774631231013018</c:v>
                </c:pt>
                <c:pt idx="22">
                  <c:v>19.670277347808341</c:v>
                </c:pt>
                <c:pt idx="23">
                  <c:v>27.686943852388641</c:v>
                </c:pt>
                <c:pt idx="24">
                  <c:v>161.19653891102311</c:v>
                </c:pt>
                <c:pt idx="25">
                  <c:v>18.135795108694172</c:v>
                </c:pt>
                <c:pt idx="26">
                  <c:v>39.157344880337988</c:v>
                </c:pt>
                <c:pt idx="27">
                  <c:v>27.063004459834509</c:v>
                </c:pt>
                <c:pt idx="28">
                  <c:v>27.42341666809434</c:v>
                </c:pt>
                <c:pt idx="29">
                  <c:v>33.005655181510953</c:v>
                </c:pt>
                <c:pt idx="30">
                  <c:v>36.907180475570428</c:v>
                </c:pt>
                <c:pt idx="31">
                  <c:v>29.778588370569281</c:v>
                </c:pt>
                <c:pt idx="32">
                  <c:v>38.756064732300523</c:v>
                </c:pt>
                <c:pt idx="33">
                  <c:v>36.445566699663921</c:v>
                </c:pt>
                <c:pt idx="34">
                  <c:v>33.268451819972597</c:v>
                </c:pt>
                <c:pt idx="35">
                  <c:v>37.656896824645642</c:v>
                </c:pt>
                <c:pt idx="36">
                  <c:v>39.048238581033168</c:v>
                </c:pt>
                <c:pt idx="37">
                  <c:v>27.483703168003021</c:v>
                </c:pt>
                <c:pt idx="38">
                  <c:v>33.625002281693853</c:v>
                </c:pt>
                <c:pt idx="39">
                  <c:v>35.444167918262359</c:v>
                </c:pt>
                <c:pt idx="40">
                  <c:v>34.846434905788747</c:v>
                </c:pt>
                <c:pt idx="41">
                  <c:v>28.519721175301392</c:v>
                </c:pt>
                <c:pt idx="42">
                  <c:v>41.011444199575728</c:v>
                </c:pt>
                <c:pt idx="43">
                  <c:v>33.596924940002069</c:v>
                </c:pt>
                <c:pt idx="44">
                  <c:v>26.609302588432168</c:v>
                </c:pt>
                <c:pt idx="45">
                  <c:v>30.12635164384508</c:v>
                </c:pt>
                <c:pt idx="46">
                  <c:v>28.412048641459091</c:v>
                </c:pt>
                <c:pt idx="47">
                  <c:v>21.368077109398619</c:v>
                </c:pt>
                <c:pt idx="48">
                  <c:v>33.579930200495653</c:v>
                </c:pt>
                <c:pt idx="49">
                  <c:v>25.846882605295601</c:v>
                </c:pt>
                <c:pt idx="50">
                  <c:v>31.03675005453232</c:v>
                </c:pt>
                <c:pt idx="51">
                  <c:v>40.345854075791912</c:v>
                </c:pt>
                <c:pt idx="52">
                  <c:v>26.083067540464292</c:v>
                </c:pt>
                <c:pt idx="53">
                  <c:v>23.595522705782312</c:v>
                </c:pt>
                <c:pt idx="54">
                  <c:v>29.885499263251969</c:v>
                </c:pt>
                <c:pt idx="55">
                  <c:v>34.272756438621897</c:v>
                </c:pt>
                <c:pt idx="56">
                  <c:v>37.860553610543121</c:v>
                </c:pt>
                <c:pt idx="57">
                  <c:v>25.39052981694326</c:v>
                </c:pt>
                <c:pt idx="58">
                  <c:v>25.19329048282659</c:v>
                </c:pt>
                <c:pt idx="59">
                  <c:v>31.13743914566858</c:v>
                </c:pt>
                <c:pt idx="60">
                  <c:v>39.517471399918861</c:v>
                </c:pt>
                <c:pt idx="61">
                  <c:v>28.172670302105541</c:v>
                </c:pt>
                <c:pt idx="62">
                  <c:v>23.509253223739549</c:v>
                </c:pt>
                <c:pt idx="63">
                  <c:v>39.590712229903559</c:v>
                </c:pt>
                <c:pt idx="64">
                  <c:v>34.142328458577481</c:v>
                </c:pt>
                <c:pt idx="65">
                  <c:v>27.63099444532633</c:v>
                </c:pt>
                <c:pt idx="66">
                  <c:v>22.824480006289409</c:v>
                </c:pt>
                <c:pt idx="67">
                  <c:v>39.527846148805217</c:v>
                </c:pt>
                <c:pt idx="68">
                  <c:v>27.65838576169136</c:v>
                </c:pt>
                <c:pt idx="69">
                  <c:v>26.115515152060588</c:v>
                </c:pt>
                <c:pt idx="70">
                  <c:v>26.573229755810289</c:v>
                </c:pt>
                <c:pt idx="71">
                  <c:v>21.498115585860909</c:v>
                </c:pt>
                <c:pt idx="72">
                  <c:v>31.36297747542746</c:v>
                </c:pt>
                <c:pt idx="73">
                  <c:v>32.325348693621883</c:v>
                </c:pt>
                <c:pt idx="74">
                  <c:v>25.50591503832953</c:v>
                </c:pt>
                <c:pt idx="75">
                  <c:v>33.449794901117329</c:v>
                </c:pt>
                <c:pt idx="76">
                  <c:v>26.97537140940435</c:v>
                </c:pt>
                <c:pt idx="77">
                  <c:v>31.45824518663073</c:v>
                </c:pt>
                <c:pt idx="78">
                  <c:v>127.26176888017839</c:v>
                </c:pt>
                <c:pt idx="79">
                  <c:v>29.960227664197419</c:v>
                </c:pt>
                <c:pt idx="80">
                  <c:v>25.804201405217899</c:v>
                </c:pt>
                <c:pt idx="81">
                  <c:v>29.532357193363751</c:v>
                </c:pt>
                <c:pt idx="82">
                  <c:v>37.877317563658828</c:v>
                </c:pt>
                <c:pt idx="83">
                  <c:v>20.288802203686359</c:v>
                </c:pt>
                <c:pt idx="84">
                  <c:v>21.69602997307209</c:v>
                </c:pt>
                <c:pt idx="85">
                  <c:v>32.193966412460803</c:v>
                </c:pt>
                <c:pt idx="86">
                  <c:v>24.485470718059581</c:v>
                </c:pt>
                <c:pt idx="87">
                  <c:v>19.54220962985837</c:v>
                </c:pt>
                <c:pt idx="88">
                  <c:v>40.621998030946372</c:v>
                </c:pt>
                <c:pt idx="89">
                  <c:v>23.04429730110758</c:v>
                </c:pt>
                <c:pt idx="90">
                  <c:v>33.826255036635558</c:v>
                </c:pt>
                <c:pt idx="91">
                  <c:v>26.98949102355423</c:v>
                </c:pt>
                <c:pt idx="92">
                  <c:v>28.95189597293092</c:v>
                </c:pt>
                <c:pt idx="93">
                  <c:v>31.627043775729181</c:v>
                </c:pt>
                <c:pt idx="94">
                  <c:v>24.718886694821709</c:v>
                </c:pt>
                <c:pt idx="95">
                  <c:v>32.143638268890612</c:v>
                </c:pt>
                <c:pt idx="96">
                  <c:v>31.900581479560529</c:v>
                </c:pt>
                <c:pt idx="97">
                  <c:v>24.230919688461238</c:v>
                </c:pt>
                <c:pt idx="98">
                  <c:v>25.271024233694561</c:v>
                </c:pt>
                <c:pt idx="99">
                  <c:v>28.938347705634332</c:v>
                </c:pt>
                <c:pt idx="100">
                  <c:v>26.570474610181542</c:v>
                </c:pt>
                <c:pt idx="101">
                  <c:v>22.372698617138351</c:v>
                </c:pt>
                <c:pt idx="102">
                  <c:v>39.772523313064333</c:v>
                </c:pt>
                <c:pt idx="103">
                  <c:v>32.085712845885261</c:v>
                </c:pt>
                <c:pt idx="104">
                  <c:v>24.62806519368872</c:v>
                </c:pt>
                <c:pt idx="105">
                  <c:v>24.25332070650153</c:v>
                </c:pt>
                <c:pt idx="106">
                  <c:v>18.83519776676382</c:v>
                </c:pt>
                <c:pt idx="107">
                  <c:v>39.057561447114992</c:v>
                </c:pt>
                <c:pt idx="108">
                  <c:v>122.03214876758661</c:v>
                </c:pt>
                <c:pt idx="109">
                  <c:v>30.048941980505251</c:v>
                </c:pt>
                <c:pt idx="110">
                  <c:v>30.898326844651471</c:v>
                </c:pt>
                <c:pt idx="111">
                  <c:v>32.429932298872878</c:v>
                </c:pt>
                <c:pt idx="112">
                  <c:v>43.550184316118951</c:v>
                </c:pt>
                <c:pt idx="113">
                  <c:v>28.13458983622041</c:v>
                </c:pt>
                <c:pt idx="114">
                  <c:v>36.475284509600911</c:v>
                </c:pt>
                <c:pt idx="115">
                  <c:v>23.562781122051881</c:v>
                </c:pt>
                <c:pt idx="116">
                  <c:v>32.048305923728442</c:v>
                </c:pt>
                <c:pt idx="117">
                  <c:v>24.170193118832621</c:v>
                </c:pt>
                <c:pt idx="118">
                  <c:v>32.978762861378961</c:v>
                </c:pt>
                <c:pt idx="119">
                  <c:v>56.773398189593067</c:v>
                </c:pt>
                <c:pt idx="120">
                  <c:v>29.207694211572331</c:v>
                </c:pt>
                <c:pt idx="121">
                  <c:v>26.126045757779419</c:v>
                </c:pt>
                <c:pt idx="122">
                  <c:v>32.608941642894692</c:v>
                </c:pt>
                <c:pt idx="123">
                  <c:v>18.449662959810151</c:v>
                </c:pt>
                <c:pt idx="124">
                  <c:v>19.670512035485238</c:v>
                </c:pt>
                <c:pt idx="125">
                  <c:v>23.538270443896149</c:v>
                </c:pt>
                <c:pt idx="126">
                  <c:v>36.998162786984473</c:v>
                </c:pt>
                <c:pt idx="127">
                  <c:v>18.01303108739264</c:v>
                </c:pt>
                <c:pt idx="128">
                  <c:v>27.94013016601756</c:v>
                </c:pt>
                <c:pt idx="129">
                  <c:v>35.967323676734203</c:v>
                </c:pt>
              </c:numCache>
            </c:numRef>
          </c:xVal>
          <c:yVal>
            <c:numRef>
              <c:f>Scatter_Volume_3!$H$2:$H$131</c:f>
              <c:numCache>
                <c:formatCode>General</c:formatCode>
                <c:ptCount val="130"/>
                <c:pt idx="0">
                  <c:v>302.46020975326809</c:v>
                </c:pt>
                <c:pt idx="1">
                  <c:v>170.03615060456031</c:v>
                </c:pt>
                <c:pt idx="2">
                  <c:v>539.09931940693525</c:v>
                </c:pt>
                <c:pt idx="3">
                  <c:v>565.506954640868</c:v>
                </c:pt>
                <c:pt idx="4">
                  <c:v>589.26232613535615</c:v>
                </c:pt>
                <c:pt idx="5">
                  <c:v>600.00366091629667</c:v>
                </c:pt>
                <c:pt idx="6">
                  <c:v>580.59986828176432</c:v>
                </c:pt>
                <c:pt idx="7">
                  <c:v>586.77380225755871</c:v>
                </c:pt>
                <c:pt idx="8">
                  <c:v>528.88783689176171</c:v>
                </c:pt>
                <c:pt idx="9">
                  <c:v>538.65121232621641</c:v>
                </c:pt>
                <c:pt idx="10">
                  <c:v>519.62038029860423</c:v>
                </c:pt>
                <c:pt idx="11">
                  <c:v>610.44011999530971</c:v>
                </c:pt>
                <c:pt idx="12">
                  <c:v>603.84085901427204</c:v>
                </c:pt>
                <c:pt idx="13">
                  <c:v>615.03628872225204</c:v>
                </c:pt>
                <c:pt idx="14">
                  <c:v>619.70901460535379</c:v>
                </c:pt>
                <c:pt idx="15">
                  <c:v>604.36162187277569</c:v>
                </c:pt>
                <c:pt idx="16">
                  <c:v>592.65650589872985</c:v>
                </c:pt>
                <c:pt idx="17">
                  <c:v>518.27461748981193</c:v>
                </c:pt>
                <c:pt idx="18">
                  <c:v>507.17000445498093</c:v>
                </c:pt>
                <c:pt idx="19">
                  <c:v>581.87269039983209</c:v>
                </c:pt>
                <c:pt idx="20">
                  <c:v>603.61730797467908</c:v>
                </c:pt>
                <c:pt idx="21">
                  <c:v>548.8148287800343</c:v>
                </c:pt>
                <c:pt idx="22">
                  <c:v>615.47121776952054</c:v>
                </c:pt>
                <c:pt idx="23">
                  <c:v>576.48654225598216</c:v>
                </c:pt>
                <c:pt idx="24">
                  <c:v>187.9687309251434</c:v>
                </c:pt>
                <c:pt idx="25">
                  <c:v>621.97080147470979</c:v>
                </c:pt>
                <c:pt idx="26">
                  <c:v>512.80044229378143</c:v>
                </c:pt>
                <c:pt idx="27">
                  <c:v>579.76158159901615</c:v>
                </c:pt>
                <c:pt idx="28">
                  <c:v>577.87365776822867</c:v>
                </c:pt>
                <c:pt idx="29">
                  <c:v>547.52726273839301</c:v>
                </c:pt>
                <c:pt idx="30">
                  <c:v>525.56101211885834</c:v>
                </c:pt>
                <c:pt idx="31">
                  <c:v>565.29519518463246</c:v>
                </c:pt>
                <c:pt idx="32">
                  <c:v>515.0765382785213</c:v>
                </c:pt>
                <c:pt idx="33">
                  <c:v>528.17512636823926</c:v>
                </c:pt>
                <c:pt idx="34">
                  <c:v>546.06027183932622</c:v>
                </c:pt>
                <c:pt idx="35">
                  <c:v>521.31132346505831</c:v>
                </c:pt>
                <c:pt idx="36">
                  <c:v>513.41925597516388</c:v>
                </c:pt>
                <c:pt idx="37">
                  <c:v>577.55682230506966</c:v>
                </c:pt>
                <c:pt idx="38">
                  <c:v>546.93522461942518</c:v>
                </c:pt>
                <c:pt idx="39">
                  <c:v>533.83605509470124</c:v>
                </c:pt>
                <c:pt idx="40">
                  <c:v>537.20637954115591</c:v>
                </c:pt>
                <c:pt idx="41">
                  <c:v>572.06780368525312</c:v>
                </c:pt>
                <c:pt idx="42">
                  <c:v>502.2975334198938</c:v>
                </c:pt>
                <c:pt idx="43">
                  <c:v>544.22334420987022</c:v>
                </c:pt>
                <c:pt idx="44">
                  <c:v>582.12255651740634</c:v>
                </c:pt>
                <c:pt idx="45">
                  <c:v>563.40640848012674</c:v>
                </c:pt>
                <c:pt idx="46">
                  <c:v>572.64202497417864</c:v>
                </c:pt>
                <c:pt idx="47">
                  <c:v>607.86693731705429</c:v>
                </c:pt>
                <c:pt idx="48">
                  <c:v>544.31847094938576</c:v>
                </c:pt>
                <c:pt idx="49">
                  <c:v>586.04869429608254</c:v>
                </c:pt>
                <c:pt idx="50">
                  <c:v>558.42914369776975</c:v>
                </c:pt>
                <c:pt idx="51">
                  <c:v>506.06416694342659</c:v>
                </c:pt>
                <c:pt idx="52">
                  <c:v>584.83816333390132</c:v>
                </c:pt>
                <c:pt idx="53">
                  <c:v>597.30488776864672</c:v>
                </c:pt>
                <c:pt idx="54">
                  <c:v>564.71531053954686</c:v>
                </c:pt>
                <c:pt idx="55">
                  <c:v>540.43332761006218</c:v>
                </c:pt>
                <c:pt idx="56">
                  <c:v>520.15633383182364</c:v>
                </c:pt>
                <c:pt idx="57">
                  <c:v>588.3725481767525</c:v>
                </c:pt>
                <c:pt idx="58">
                  <c:v>589.3706010044026</c:v>
                </c:pt>
                <c:pt idx="59">
                  <c:v>557.87594440395628</c:v>
                </c:pt>
                <c:pt idx="60">
                  <c:v>510.75829649135449</c:v>
                </c:pt>
                <c:pt idx="61">
                  <c:v>573.91560064322016</c:v>
                </c:pt>
                <c:pt idx="62">
                  <c:v>597.72525031083183</c:v>
                </c:pt>
                <c:pt idx="63">
                  <c:v>510.34305982830898</c:v>
                </c:pt>
                <c:pt idx="64">
                  <c:v>541.16579008697033</c:v>
                </c:pt>
                <c:pt idx="65">
                  <c:v>576.78150411902743</c:v>
                </c:pt>
                <c:pt idx="66">
                  <c:v>601.03081503284113</c:v>
                </c:pt>
                <c:pt idx="67">
                  <c:v>510.69947519118591</c:v>
                </c:pt>
                <c:pt idx="68">
                  <c:v>576.63712973296526</c:v>
                </c:pt>
                <c:pt idx="69">
                  <c:v>584.67145036671434</c:v>
                </c:pt>
                <c:pt idx="70">
                  <c:v>582.30950335471107</c:v>
                </c:pt>
                <c:pt idx="71">
                  <c:v>607.26783114484704</c:v>
                </c:pt>
                <c:pt idx="72">
                  <c:v>556.6349615768878</c:v>
                </c:pt>
                <c:pt idx="73">
                  <c:v>551.31293310341266</c:v>
                </c:pt>
                <c:pt idx="74">
                  <c:v>587.7868951710966</c:v>
                </c:pt>
                <c:pt idx="75">
                  <c:v>545.04658391404666</c:v>
                </c:pt>
                <c:pt idx="76">
                  <c:v>580.21898431728403</c:v>
                </c:pt>
                <c:pt idx="77">
                  <c:v>556.11001903552517</c:v>
                </c:pt>
                <c:pt idx="78">
                  <c:v>214.94392584596659</c:v>
                </c:pt>
                <c:pt idx="79">
                  <c:v>119.0314625684169</c:v>
                </c:pt>
                <c:pt idx="80">
                  <c:v>586.26688852467953</c:v>
                </c:pt>
                <c:pt idx="81">
                  <c:v>566.6280678335479</c:v>
                </c:pt>
                <c:pt idx="82">
                  <c:v>520.06125373060502</c:v>
                </c:pt>
                <c:pt idx="83">
                  <c:v>612.74896699089663</c:v>
                </c:pt>
                <c:pt idx="84">
                  <c:v>606.35165679599493</c:v>
                </c:pt>
                <c:pt idx="85">
                  <c:v>552.04190024500576</c:v>
                </c:pt>
                <c:pt idx="86">
                  <c:v>592.91946436965736</c:v>
                </c:pt>
                <c:pt idx="87">
                  <c:v>616.02772099683807</c:v>
                </c:pt>
                <c:pt idx="88">
                  <c:v>504.50079728319838</c:v>
                </c:pt>
                <c:pt idx="89">
                  <c:v>599.9758113272336</c:v>
                </c:pt>
                <c:pt idx="90">
                  <c:v>542.93879978263578</c:v>
                </c:pt>
                <c:pt idx="91">
                  <c:v>580.14533066894808</c:v>
                </c:pt>
                <c:pt idx="92">
                  <c:v>569.75472689902347</c:v>
                </c:pt>
                <c:pt idx="93">
                  <c:v>555.17884294430428</c:v>
                </c:pt>
                <c:pt idx="94">
                  <c:v>591.75494232270546</c:v>
                </c:pt>
                <c:pt idx="95">
                  <c:v>552.32095054543913</c:v>
                </c:pt>
                <c:pt idx="96">
                  <c:v>553.66706760122065</c:v>
                </c:pt>
                <c:pt idx="97">
                  <c:v>594.18276956789214</c:v>
                </c:pt>
                <c:pt idx="98">
                  <c:v>588.97772412387053</c:v>
                </c:pt>
                <c:pt idx="99">
                  <c:v>569.82743660601841</c:v>
                </c:pt>
                <c:pt idx="100">
                  <c:v>582.32377711629238</c:v>
                </c:pt>
                <c:pt idx="101">
                  <c:v>603.18046635790074</c:v>
                </c:pt>
                <c:pt idx="102">
                  <c:v>509.31243831342891</c:v>
                </c:pt>
                <c:pt idx="103">
                  <c:v>552.64199092148738</c:v>
                </c:pt>
                <c:pt idx="104">
                  <c:v>592.20874129199615</c:v>
                </c:pt>
                <c:pt idx="105">
                  <c:v>594.07187858875704</c:v>
                </c:pt>
                <c:pt idx="106">
                  <c:v>619.05452548925757</c:v>
                </c:pt>
                <c:pt idx="107">
                  <c:v>513.36637823161198</c:v>
                </c:pt>
                <c:pt idx="108">
                  <c:v>221.95180588541149</c:v>
                </c:pt>
                <c:pt idx="109">
                  <c:v>563.82746385351663</c:v>
                </c:pt>
                <c:pt idx="110">
                  <c:v>559.18880905332844</c:v>
                </c:pt>
                <c:pt idx="111">
                  <c:v>550.73214621781199</c:v>
                </c:pt>
                <c:pt idx="112">
                  <c:v>487.99926038876328</c:v>
                </c:pt>
                <c:pt idx="113">
                  <c:v>574.11780989294527</c:v>
                </c:pt>
                <c:pt idx="114">
                  <c:v>528.00690790583621</c:v>
                </c:pt>
                <c:pt idx="115">
                  <c:v>597.46452793156971</c:v>
                </c:pt>
                <c:pt idx="116">
                  <c:v>552.84923467633769</c:v>
                </c:pt>
                <c:pt idx="117">
                  <c:v>594.48310557304603</c:v>
                </c:pt>
                <c:pt idx="118">
                  <c:v>547.67724293601657</c:v>
                </c:pt>
                <c:pt idx="119">
                  <c:v>417.49982036177562</c:v>
                </c:pt>
                <c:pt idx="120">
                  <c:v>568.37960373296141</c:v>
                </c:pt>
                <c:pt idx="121">
                  <c:v>584.61732406901933</c:v>
                </c:pt>
                <c:pt idx="122">
                  <c:v>549.73702489573952</c:v>
                </c:pt>
                <c:pt idx="123">
                  <c:v>620.67186392192059</c:v>
                </c:pt>
                <c:pt idx="124">
                  <c:v>615.47019568255223</c:v>
                </c:pt>
                <c:pt idx="125">
                  <c:v>597.58395511346805</c:v>
                </c:pt>
                <c:pt idx="126">
                  <c:v>525.04552126954422</c:v>
                </c:pt>
                <c:pt idx="127">
                  <c:v>622.47445795868759</c:v>
                </c:pt>
                <c:pt idx="128">
                  <c:v>575.14869282842892</c:v>
                </c:pt>
                <c:pt idx="129">
                  <c:v>530.88060390056057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3E-4D92-BE6A-6459749ABCBE}"/>
            </c:ext>
          </c:extLst>
        </c:ser>
        <c:ser>
          <c:idx val="1"/>
          <c:order val="1"/>
          <c:tx>
            <c:strRef>
              <c:f>Scatter_Volume_3!$I$1</c:f>
              <c:strCache>
                <c:ptCount val="1"/>
                <c:pt idx="0">
                  <c:v>scatter_energy_loss_keV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Scatter_Volume_3!$G$2:$G$131</c:f>
              <c:numCache>
                <c:formatCode>General</c:formatCode>
                <c:ptCount val="130"/>
                <c:pt idx="0">
                  <c:v>85.271925041978449</c:v>
                </c:pt>
                <c:pt idx="1">
                  <c:v>40.113801646415872</c:v>
                </c:pt>
                <c:pt idx="2">
                  <c:v>34.510091760395397</c:v>
                </c:pt>
                <c:pt idx="3">
                  <c:v>29.73951499270169</c:v>
                </c:pt>
                <c:pt idx="4">
                  <c:v>25.214725510142941</c:v>
                </c:pt>
                <c:pt idx="5">
                  <c:v>23.038510252414898</c:v>
                </c:pt>
                <c:pt idx="6">
                  <c:v>26.90230281151435</c:v>
                </c:pt>
                <c:pt idx="7">
                  <c:v>25.704911755947698</c:v>
                </c:pt>
                <c:pt idx="8">
                  <c:v>36.319635914666662</c:v>
                </c:pt>
                <c:pt idx="9">
                  <c:v>34.589757190105878</c:v>
                </c:pt>
                <c:pt idx="10">
                  <c:v>37.955047501562717</c:v>
                </c:pt>
                <c:pt idx="11">
                  <c:v>20.803735999154121</c:v>
                </c:pt>
                <c:pt idx="12">
                  <c:v>22.23281636437731</c:v>
                </c:pt>
                <c:pt idx="13">
                  <c:v>19.76997252216254</c:v>
                </c:pt>
                <c:pt idx="14">
                  <c:v>18.679865703706291</c:v>
                </c:pt>
                <c:pt idx="15">
                  <c:v>22.1221353678024</c:v>
                </c:pt>
                <c:pt idx="16">
                  <c:v>24.538279555362131</c:v>
                </c:pt>
                <c:pt idx="17">
                  <c:v>38.19229930694997</c:v>
                </c:pt>
                <c:pt idx="18">
                  <c:v>40.15061130973811</c:v>
                </c:pt>
                <c:pt idx="19">
                  <c:v>26.657481623661329</c:v>
                </c:pt>
                <c:pt idx="20">
                  <c:v>22.280227236310179</c:v>
                </c:pt>
                <c:pt idx="21">
                  <c:v>32.774631231013018</c:v>
                </c:pt>
                <c:pt idx="22">
                  <c:v>19.670277347808341</c:v>
                </c:pt>
                <c:pt idx="23">
                  <c:v>27.686943852388641</c:v>
                </c:pt>
                <c:pt idx="24">
                  <c:v>161.19653891102311</c:v>
                </c:pt>
                <c:pt idx="25">
                  <c:v>18.135795108694172</c:v>
                </c:pt>
                <c:pt idx="26">
                  <c:v>39.157344880337988</c:v>
                </c:pt>
                <c:pt idx="27">
                  <c:v>27.063004459834509</c:v>
                </c:pt>
                <c:pt idx="28">
                  <c:v>27.42341666809434</c:v>
                </c:pt>
                <c:pt idx="29">
                  <c:v>33.005655181510953</c:v>
                </c:pt>
                <c:pt idx="30">
                  <c:v>36.907180475570428</c:v>
                </c:pt>
                <c:pt idx="31">
                  <c:v>29.778588370569281</c:v>
                </c:pt>
                <c:pt idx="32">
                  <c:v>38.756064732300523</c:v>
                </c:pt>
                <c:pt idx="33">
                  <c:v>36.445566699663921</c:v>
                </c:pt>
                <c:pt idx="34">
                  <c:v>33.268451819972597</c:v>
                </c:pt>
                <c:pt idx="35">
                  <c:v>37.656896824645642</c:v>
                </c:pt>
                <c:pt idx="36">
                  <c:v>39.048238581033168</c:v>
                </c:pt>
                <c:pt idx="37">
                  <c:v>27.483703168003021</c:v>
                </c:pt>
                <c:pt idx="38">
                  <c:v>33.625002281693853</c:v>
                </c:pt>
                <c:pt idx="39">
                  <c:v>35.444167918262359</c:v>
                </c:pt>
                <c:pt idx="40">
                  <c:v>34.846434905788747</c:v>
                </c:pt>
                <c:pt idx="41">
                  <c:v>28.519721175301392</c:v>
                </c:pt>
                <c:pt idx="42">
                  <c:v>41.011444199575728</c:v>
                </c:pt>
                <c:pt idx="43">
                  <c:v>33.596924940002069</c:v>
                </c:pt>
                <c:pt idx="44">
                  <c:v>26.609302588432168</c:v>
                </c:pt>
                <c:pt idx="45">
                  <c:v>30.12635164384508</c:v>
                </c:pt>
                <c:pt idx="46">
                  <c:v>28.412048641459091</c:v>
                </c:pt>
                <c:pt idx="47">
                  <c:v>21.368077109398619</c:v>
                </c:pt>
                <c:pt idx="48">
                  <c:v>33.579930200495653</c:v>
                </c:pt>
                <c:pt idx="49">
                  <c:v>25.846882605295601</c:v>
                </c:pt>
                <c:pt idx="50">
                  <c:v>31.03675005453232</c:v>
                </c:pt>
                <c:pt idx="51">
                  <c:v>40.345854075791912</c:v>
                </c:pt>
                <c:pt idx="52">
                  <c:v>26.083067540464292</c:v>
                </c:pt>
                <c:pt idx="53">
                  <c:v>23.595522705782312</c:v>
                </c:pt>
                <c:pt idx="54">
                  <c:v>29.885499263251969</c:v>
                </c:pt>
                <c:pt idx="55">
                  <c:v>34.272756438621897</c:v>
                </c:pt>
                <c:pt idx="56">
                  <c:v>37.860553610543121</c:v>
                </c:pt>
                <c:pt idx="57">
                  <c:v>25.39052981694326</c:v>
                </c:pt>
                <c:pt idx="58">
                  <c:v>25.19329048282659</c:v>
                </c:pt>
                <c:pt idx="59">
                  <c:v>31.13743914566858</c:v>
                </c:pt>
                <c:pt idx="60">
                  <c:v>39.517471399918861</c:v>
                </c:pt>
                <c:pt idx="61">
                  <c:v>28.172670302105541</c:v>
                </c:pt>
                <c:pt idx="62">
                  <c:v>23.509253223739549</c:v>
                </c:pt>
                <c:pt idx="63">
                  <c:v>39.590712229903559</c:v>
                </c:pt>
                <c:pt idx="64">
                  <c:v>34.142328458577481</c:v>
                </c:pt>
                <c:pt idx="65">
                  <c:v>27.63099444532633</c:v>
                </c:pt>
                <c:pt idx="66">
                  <c:v>22.824480006289409</c:v>
                </c:pt>
                <c:pt idx="67">
                  <c:v>39.527846148805217</c:v>
                </c:pt>
                <c:pt idx="68">
                  <c:v>27.65838576169136</c:v>
                </c:pt>
                <c:pt idx="69">
                  <c:v>26.115515152060588</c:v>
                </c:pt>
                <c:pt idx="70">
                  <c:v>26.573229755810289</c:v>
                </c:pt>
                <c:pt idx="71">
                  <c:v>21.498115585860909</c:v>
                </c:pt>
                <c:pt idx="72">
                  <c:v>31.36297747542746</c:v>
                </c:pt>
                <c:pt idx="73">
                  <c:v>32.325348693621883</c:v>
                </c:pt>
                <c:pt idx="74">
                  <c:v>25.50591503832953</c:v>
                </c:pt>
                <c:pt idx="75">
                  <c:v>33.449794901117329</c:v>
                </c:pt>
                <c:pt idx="76">
                  <c:v>26.97537140940435</c:v>
                </c:pt>
                <c:pt idx="77">
                  <c:v>31.45824518663073</c:v>
                </c:pt>
                <c:pt idx="78">
                  <c:v>127.26176888017839</c:v>
                </c:pt>
                <c:pt idx="79">
                  <c:v>29.960227664197419</c:v>
                </c:pt>
                <c:pt idx="80">
                  <c:v>25.804201405217899</c:v>
                </c:pt>
                <c:pt idx="81">
                  <c:v>29.532357193363751</c:v>
                </c:pt>
                <c:pt idx="82">
                  <c:v>37.877317563658828</c:v>
                </c:pt>
                <c:pt idx="83">
                  <c:v>20.288802203686359</c:v>
                </c:pt>
                <c:pt idx="84">
                  <c:v>21.69602997307209</c:v>
                </c:pt>
                <c:pt idx="85">
                  <c:v>32.193966412460803</c:v>
                </c:pt>
                <c:pt idx="86">
                  <c:v>24.485470718059581</c:v>
                </c:pt>
                <c:pt idx="87">
                  <c:v>19.54220962985837</c:v>
                </c:pt>
                <c:pt idx="88">
                  <c:v>40.621998030946372</c:v>
                </c:pt>
                <c:pt idx="89">
                  <c:v>23.04429730110758</c:v>
                </c:pt>
                <c:pt idx="90">
                  <c:v>33.826255036635558</c:v>
                </c:pt>
                <c:pt idx="91">
                  <c:v>26.98949102355423</c:v>
                </c:pt>
                <c:pt idx="92">
                  <c:v>28.95189597293092</c:v>
                </c:pt>
                <c:pt idx="93">
                  <c:v>31.627043775729181</c:v>
                </c:pt>
                <c:pt idx="94">
                  <c:v>24.718886694821709</c:v>
                </c:pt>
                <c:pt idx="95">
                  <c:v>32.143638268890612</c:v>
                </c:pt>
                <c:pt idx="96">
                  <c:v>31.900581479560529</c:v>
                </c:pt>
                <c:pt idx="97">
                  <c:v>24.230919688461238</c:v>
                </c:pt>
                <c:pt idx="98">
                  <c:v>25.271024233694561</c:v>
                </c:pt>
                <c:pt idx="99">
                  <c:v>28.938347705634332</c:v>
                </c:pt>
                <c:pt idx="100">
                  <c:v>26.570474610181542</c:v>
                </c:pt>
                <c:pt idx="101">
                  <c:v>22.372698617138351</c:v>
                </c:pt>
                <c:pt idx="102">
                  <c:v>39.772523313064333</c:v>
                </c:pt>
                <c:pt idx="103">
                  <c:v>32.085712845885261</c:v>
                </c:pt>
                <c:pt idx="104">
                  <c:v>24.62806519368872</c:v>
                </c:pt>
                <c:pt idx="105">
                  <c:v>24.25332070650153</c:v>
                </c:pt>
                <c:pt idx="106">
                  <c:v>18.83519776676382</c:v>
                </c:pt>
                <c:pt idx="107">
                  <c:v>39.057561447114992</c:v>
                </c:pt>
                <c:pt idx="108">
                  <c:v>122.03214876758661</c:v>
                </c:pt>
                <c:pt idx="109">
                  <c:v>30.048941980505251</c:v>
                </c:pt>
                <c:pt idx="110">
                  <c:v>30.898326844651471</c:v>
                </c:pt>
                <c:pt idx="111">
                  <c:v>32.429932298872878</c:v>
                </c:pt>
                <c:pt idx="112">
                  <c:v>43.550184316118951</c:v>
                </c:pt>
                <c:pt idx="113">
                  <c:v>28.13458983622041</c:v>
                </c:pt>
                <c:pt idx="114">
                  <c:v>36.475284509600911</c:v>
                </c:pt>
                <c:pt idx="115">
                  <c:v>23.562781122051881</c:v>
                </c:pt>
                <c:pt idx="116">
                  <c:v>32.048305923728442</c:v>
                </c:pt>
                <c:pt idx="117">
                  <c:v>24.170193118832621</c:v>
                </c:pt>
                <c:pt idx="118">
                  <c:v>32.978762861378961</c:v>
                </c:pt>
                <c:pt idx="119">
                  <c:v>56.773398189593067</c:v>
                </c:pt>
                <c:pt idx="120">
                  <c:v>29.207694211572331</c:v>
                </c:pt>
                <c:pt idx="121">
                  <c:v>26.126045757779419</c:v>
                </c:pt>
                <c:pt idx="122">
                  <c:v>32.608941642894692</c:v>
                </c:pt>
                <c:pt idx="123">
                  <c:v>18.449662959810151</c:v>
                </c:pt>
                <c:pt idx="124">
                  <c:v>19.670512035485238</c:v>
                </c:pt>
                <c:pt idx="125">
                  <c:v>23.538270443896149</c:v>
                </c:pt>
                <c:pt idx="126">
                  <c:v>36.998162786984473</c:v>
                </c:pt>
                <c:pt idx="127">
                  <c:v>18.01303108739264</c:v>
                </c:pt>
                <c:pt idx="128">
                  <c:v>27.94013016601756</c:v>
                </c:pt>
                <c:pt idx="129">
                  <c:v>35.967323676734203</c:v>
                </c:pt>
              </c:numCache>
            </c:numRef>
          </c:xVal>
          <c:yVal>
            <c:numRef>
              <c:f>Scatter_Volume_3!$I$2:$I$131</c:f>
              <c:numCache>
                <c:formatCode>General</c:formatCode>
                <c:ptCount val="130"/>
                <c:pt idx="0">
                  <c:v>359.53979024673191</c:v>
                </c:pt>
                <c:pt idx="1">
                  <c:v>491.96384939543958</c:v>
                </c:pt>
                <c:pt idx="2">
                  <c:v>122.90068059306471</c:v>
                </c:pt>
                <c:pt idx="3">
                  <c:v>96.493045359131997</c:v>
                </c:pt>
                <c:pt idx="4">
                  <c:v>72.737673864643853</c:v>
                </c:pt>
                <c:pt idx="5">
                  <c:v>61.996339083703333</c:v>
                </c:pt>
                <c:pt idx="6">
                  <c:v>81.400131718235684</c:v>
                </c:pt>
                <c:pt idx="7">
                  <c:v>75.226197742441286</c:v>
                </c:pt>
                <c:pt idx="8">
                  <c:v>133.11216310823829</c:v>
                </c:pt>
                <c:pt idx="9">
                  <c:v>123.3487876737836</c:v>
                </c:pt>
                <c:pt idx="10">
                  <c:v>142.3796197013958</c:v>
                </c:pt>
                <c:pt idx="11">
                  <c:v>51.559880004690292</c:v>
                </c:pt>
                <c:pt idx="12">
                  <c:v>58.159140985727959</c:v>
                </c:pt>
                <c:pt idx="13">
                  <c:v>46.963711277747962</c:v>
                </c:pt>
                <c:pt idx="14">
                  <c:v>42.290985394646214</c:v>
                </c:pt>
                <c:pt idx="15">
                  <c:v>57.638378127224307</c:v>
                </c:pt>
                <c:pt idx="16">
                  <c:v>69.343494101270153</c:v>
                </c:pt>
                <c:pt idx="17">
                  <c:v>143.7253825101881</c:v>
                </c:pt>
                <c:pt idx="18">
                  <c:v>154.8299955450191</c:v>
                </c:pt>
                <c:pt idx="19">
                  <c:v>80.127309600167905</c:v>
                </c:pt>
                <c:pt idx="20">
                  <c:v>58.382692025320921</c:v>
                </c:pt>
                <c:pt idx="21">
                  <c:v>113.1851712199657</c:v>
                </c:pt>
                <c:pt idx="22">
                  <c:v>46.528782230479457</c:v>
                </c:pt>
                <c:pt idx="23">
                  <c:v>85.513457744017842</c:v>
                </c:pt>
                <c:pt idx="24">
                  <c:v>474.0312690748566</c:v>
                </c:pt>
                <c:pt idx="25">
                  <c:v>40.029198525290212</c:v>
                </c:pt>
                <c:pt idx="26">
                  <c:v>149.1995577062186</c:v>
                </c:pt>
                <c:pt idx="27">
                  <c:v>82.238418400983846</c:v>
                </c:pt>
                <c:pt idx="28">
                  <c:v>84.126342231771332</c:v>
                </c:pt>
                <c:pt idx="29">
                  <c:v>114.47273726160699</c:v>
                </c:pt>
                <c:pt idx="30">
                  <c:v>136.43898788114171</c:v>
                </c:pt>
                <c:pt idx="31">
                  <c:v>96.704804815367538</c:v>
                </c:pt>
                <c:pt idx="32">
                  <c:v>146.9234617214787</c:v>
                </c:pt>
                <c:pt idx="33">
                  <c:v>133.82487363176071</c:v>
                </c:pt>
                <c:pt idx="34">
                  <c:v>115.93972816067379</c:v>
                </c:pt>
                <c:pt idx="35">
                  <c:v>140.68867653494169</c:v>
                </c:pt>
                <c:pt idx="36">
                  <c:v>148.58074402483609</c:v>
                </c:pt>
                <c:pt idx="37">
                  <c:v>84.443177694930341</c:v>
                </c:pt>
                <c:pt idx="38">
                  <c:v>115.0647753805748</c:v>
                </c:pt>
                <c:pt idx="39">
                  <c:v>128.16394490529879</c:v>
                </c:pt>
                <c:pt idx="40">
                  <c:v>124.7936204588441</c:v>
                </c:pt>
                <c:pt idx="41">
                  <c:v>89.932196314746875</c:v>
                </c:pt>
                <c:pt idx="42">
                  <c:v>159.7024665801062</c:v>
                </c:pt>
                <c:pt idx="43">
                  <c:v>117.77665579012979</c:v>
                </c:pt>
                <c:pt idx="44">
                  <c:v>79.877443482593662</c:v>
                </c:pt>
                <c:pt idx="45">
                  <c:v>98.593591519873257</c:v>
                </c:pt>
                <c:pt idx="46">
                  <c:v>89.357975025821361</c:v>
                </c:pt>
                <c:pt idx="47">
                  <c:v>54.133062682945713</c:v>
                </c:pt>
                <c:pt idx="48">
                  <c:v>117.6815290506142</c:v>
                </c:pt>
                <c:pt idx="49">
                  <c:v>75.951305703917456</c:v>
                </c:pt>
                <c:pt idx="50">
                  <c:v>103.5708563022303</c:v>
                </c:pt>
                <c:pt idx="51">
                  <c:v>155.93583305657339</c:v>
                </c:pt>
                <c:pt idx="52">
                  <c:v>77.161836666098679</c:v>
                </c:pt>
                <c:pt idx="53">
                  <c:v>64.695112231353278</c:v>
                </c:pt>
                <c:pt idx="54">
                  <c:v>97.284689460453137</c:v>
                </c:pt>
                <c:pt idx="55">
                  <c:v>121.56667238993781</c:v>
                </c:pt>
                <c:pt idx="56">
                  <c:v>141.84366616817641</c:v>
                </c:pt>
                <c:pt idx="57">
                  <c:v>73.627451823247497</c:v>
                </c:pt>
                <c:pt idx="58">
                  <c:v>72.629398995597398</c:v>
                </c:pt>
                <c:pt idx="59">
                  <c:v>104.1240555960437</c:v>
                </c:pt>
                <c:pt idx="60">
                  <c:v>151.24170350864549</c:v>
                </c:pt>
                <c:pt idx="61">
                  <c:v>88.084399356779841</c:v>
                </c:pt>
                <c:pt idx="62">
                  <c:v>64.274749689168175</c:v>
                </c:pt>
                <c:pt idx="63">
                  <c:v>151.65694017169099</c:v>
                </c:pt>
                <c:pt idx="64">
                  <c:v>120.8342099130297</c:v>
                </c:pt>
                <c:pt idx="65">
                  <c:v>85.218495880972569</c:v>
                </c:pt>
                <c:pt idx="66">
                  <c:v>60.969184967158867</c:v>
                </c:pt>
                <c:pt idx="67">
                  <c:v>151.30052480881409</c:v>
                </c:pt>
                <c:pt idx="68">
                  <c:v>85.362870267034737</c:v>
                </c:pt>
                <c:pt idx="69">
                  <c:v>77.328549633285661</c:v>
                </c:pt>
                <c:pt idx="70">
                  <c:v>79.690496645288931</c:v>
                </c:pt>
                <c:pt idx="71">
                  <c:v>54.732168855152963</c:v>
                </c:pt>
                <c:pt idx="72">
                  <c:v>105.3650384231122</c:v>
                </c:pt>
                <c:pt idx="73">
                  <c:v>110.6870668965873</c:v>
                </c:pt>
                <c:pt idx="74">
                  <c:v>74.213104828903397</c:v>
                </c:pt>
                <c:pt idx="75">
                  <c:v>116.95341608595329</c:v>
                </c:pt>
                <c:pt idx="76">
                  <c:v>81.781015682715974</c:v>
                </c:pt>
                <c:pt idx="77">
                  <c:v>105.8899809644748</c:v>
                </c:pt>
                <c:pt idx="78">
                  <c:v>447.05607415403341</c:v>
                </c:pt>
                <c:pt idx="79">
                  <c:v>542.96853743158306</c:v>
                </c:pt>
                <c:pt idx="80">
                  <c:v>75.73311147532047</c:v>
                </c:pt>
                <c:pt idx="81">
                  <c:v>95.371932166452098</c:v>
                </c:pt>
                <c:pt idx="82">
                  <c:v>141.93874626939501</c:v>
                </c:pt>
                <c:pt idx="83">
                  <c:v>49.251033009103367</c:v>
                </c:pt>
                <c:pt idx="84">
                  <c:v>55.648343204005073</c:v>
                </c:pt>
                <c:pt idx="85">
                  <c:v>109.95809975499419</c:v>
                </c:pt>
                <c:pt idx="86">
                  <c:v>69.080535630342638</c:v>
                </c:pt>
                <c:pt idx="87">
                  <c:v>45.97227900316193</c:v>
                </c:pt>
                <c:pt idx="88">
                  <c:v>157.49920271680159</c:v>
                </c:pt>
                <c:pt idx="89">
                  <c:v>62.0241886727664</c:v>
                </c:pt>
                <c:pt idx="90">
                  <c:v>119.0612002173642</c:v>
                </c:pt>
                <c:pt idx="91">
                  <c:v>81.854669331051923</c:v>
                </c:pt>
                <c:pt idx="92">
                  <c:v>92.245273100976533</c:v>
                </c:pt>
                <c:pt idx="93">
                  <c:v>106.82115705569571</c:v>
                </c:pt>
                <c:pt idx="94">
                  <c:v>70.24505767729454</c:v>
                </c:pt>
                <c:pt idx="95">
                  <c:v>109.6790494545609</c:v>
                </c:pt>
                <c:pt idx="96">
                  <c:v>108.33293239877931</c:v>
                </c:pt>
                <c:pt idx="97">
                  <c:v>67.817230432107863</c:v>
                </c:pt>
                <c:pt idx="98">
                  <c:v>73.02227587612947</c:v>
                </c:pt>
                <c:pt idx="99">
                  <c:v>92.172563393981591</c:v>
                </c:pt>
                <c:pt idx="100">
                  <c:v>79.676222883707624</c:v>
                </c:pt>
                <c:pt idx="101">
                  <c:v>58.819533642099259</c:v>
                </c:pt>
                <c:pt idx="102">
                  <c:v>152.68756168657109</c:v>
                </c:pt>
                <c:pt idx="103">
                  <c:v>109.35800907851259</c:v>
                </c:pt>
                <c:pt idx="104">
                  <c:v>69.791258708003852</c:v>
                </c:pt>
                <c:pt idx="105">
                  <c:v>67.928121411242955</c:v>
                </c:pt>
                <c:pt idx="106">
                  <c:v>42.945474510742429</c:v>
                </c:pt>
                <c:pt idx="107">
                  <c:v>148.633621768388</c:v>
                </c:pt>
                <c:pt idx="108">
                  <c:v>440.04819411458851</c:v>
                </c:pt>
                <c:pt idx="109">
                  <c:v>98.172536146483367</c:v>
                </c:pt>
                <c:pt idx="110">
                  <c:v>102.8111909466716</c:v>
                </c:pt>
                <c:pt idx="111">
                  <c:v>111.267853782188</c:v>
                </c:pt>
                <c:pt idx="112">
                  <c:v>174.0007396112367</c:v>
                </c:pt>
                <c:pt idx="113">
                  <c:v>87.882190107054726</c:v>
                </c:pt>
                <c:pt idx="114">
                  <c:v>133.99309209416381</c:v>
                </c:pt>
                <c:pt idx="115">
                  <c:v>64.535472068430295</c:v>
                </c:pt>
                <c:pt idx="116">
                  <c:v>109.1507653236623</c:v>
                </c:pt>
                <c:pt idx="117">
                  <c:v>67.516894426953968</c:v>
                </c:pt>
                <c:pt idx="118">
                  <c:v>114.3227570639834</c:v>
                </c:pt>
                <c:pt idx="119">
                  <c:v>244.50017963822441</c:v>
                </c:pt>
                <c:pt idx="120">
                  <c:v>93.620396267038586</c:v>
                </c:pt>
                <c:pt idx="121">
                  <c:v>77.382675930980668</c:v>
                </c:pt>
                <c:pt idx="122">
                  <c:v>112.26297510426051</c:v>
                </c:pt>
                <c:pt idx="123">
                  <c:v>41.32813607807941</c:v>
                </c:pt>
                <c:pt idx="124">
                  <c:v>46.52980431744777</c:v>
                </c:pt>
                <c:pt idx="125">
                  <c:v>64.416044886531949</c:v>
                </c:pt>
                <c:pt idx="126">
                  <c:v>136.9544787304558</c:v>
                </c:pt>
                <c:pt idx="127">
                  <c:v>39.525542041312413</c:v>
                </c:pt>
                <c:pt idx="128">
                  <c:v>86.851307171571079</c:v>
                </c:pt>
                <c:pt idx="129">
                  <c:v>131.1193960994394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3E-4D92-BE6A-6459749AB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12049136"/>
        <c:axId val="1327349840"/>
      </c:scatterChart>
      <c:valAx>
        <c:axId val="14120491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Compton</a:t>
                </a:r>
                <a:r>
                  <a:rPr lang="en-US" baseline="0"/>
                  <a:t> Angle (</a:t>
                </a:r>
                <a:r>
                  <a:rPr lang="en-US" sz="1000" b="0" i="0" u="none" strike="noStrike" baseline="0"/>
                  <a:t>θ)</a:t>
                </a:r>
                <a:r>
                  <a:rPr lang="en-US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7349840"/>
        <c:crosses val="autoZero"/>
        <c:crossBetween val="midCat"/>
      </c:valAx>
      <c:valAx>
        <c:axId val="132734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E' (keV)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20491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526640419947506"/>
          <c:y val="0.20891149023038783"/>
          <c:w val="0.54391163604549431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703937007874017"/>
          <c:y val="0.17129629629629628"/>
          <c:w val="0.81229396325459313"/>
          <c:h val="0.637599883347914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Scatter_Volume_3!$Y$1</c:f>
              <c:strCache>
                <c:ptCount val="1"/>
                <c:pt idx="0">
                  <c:v>Energy loss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Scatter_Volume_3!$R$2:$R$131</c:f>
              <c:numCache>
                <c:formatCode>General</c:formatCode>
                <c:ptCount val="130"/>
                <c:pt idx="0">
                  <c:v>85.271925041978449</c:v>
                </c:pt>
                <c:pt idx="1">
                  <c:v>40.113801646415872</c:v>
                </c:pt>
                <c:pt idx="2">
                  <c:v>34.510091760395397</c:v>
                </c:pt>
                <c:pt idx="3">
                  <c:v>29.73951499270169</c:v>
                </c:pt>
                <c:pt idx="4">
                  <c:v>25.214725510142941</c:v>
                </c:pt>
                <c:pt idx="5">
                  <c:v>23.038510252414898</c:v>
                </c:pt>
                <c:pt idx="6">
                  <c:v>26.90230281151435</c:v>
                </c:pt>
                <c:pt idx="7">
                  <c:v>25.704911755947698</c:v>
                </c:pt>
                <c:pt idx="8">
                  <c:v>36.319635914666662</c:v>
                </c:pt>
                <c:pt idx="9">
                  <c:v>34.589757190105878</c:v>
                </c:pt>
                <c:pt idx="10">
                  <c:v>37.955047501562717</c:v>
                </c:pt>
                <c:pt idx="11">
                  <c:v>20.803735999154121</c:v>
                </c:pt>
                <c:pt idx="12">
                  <c:v>22.23281636437731</c:v>
                </c:pt>
                <c:pt idx="13">
                  <c:v>19.76997252216254</c:v>
                </c:pt>
                <c:pt idx="14">
                  <c:v>18.679865703706291</c:v>
                </c:pt>
                <c:pt idx="15">
                  <c:v>22.1221353678024</c:v>
                </c:pt>
                <c:pt idx="16">
                  <c:v>24.538279555362131</c:v>
                </c:pt>
                <c:pt idx="17">
                  <c:v>38.19229930694997</c:v>
                </c:pt>
                <c:pt idx="18">
                  <c:v>40.15061130973811</c:v>
                </c:pt>
                <c:pt idx="19">
                  <c:v>26.657481623661329</c:v>
                </c:pt>
                <c:pt idx="20">
                  <c:v>22.280227236310179</c:v>
                </c:pt>
                <c:pt idx="21">
                  <c:v>32.774631231013018</c:v>
                </c:pt>
                <c:pt idx="22">
                  <c:v>19.670277347808341</c:v>
                </c:pt>
                <c:pt idx="23">
                  <c:v>27.686943852388641</c:v>
                </c:pt>
                <c:pt idx="24">
                  <c:v>161.19653891102311</c:v>
                </c:pt>
                <c:pt idx="25">
                  <c:v>18.135795108694172</c:v>
                </c:pt>
                <c:pt idx="26">
                  <c:v>39.157344880337988</c:v>
                </c:pt>
                <c:pt idx="27">
                  <c:v>27.063004459834509</c:v>
                </c:pt>
                <c:pt idx="28">
                  <c:v>27.42341666809434</c:v>
                </c:pt>
                <c:pt idx="29">
                  <c:v>33.005655181510953</c:v>
                </c:pt>
                <c:pt idx="30">
                  <c:v>36.907180475570428</c:v>
                </c:pt>
                <c:pt idx="31">
                  <c:v>29.778588370569281</c:v>
                </c:pt>
                <c:pt idx="32">
                  <c:v>38.756064732300523</c:v>
                </c:pt>
                <c:pt idx="33">
                  <c:v>36.445566699663921</c:v>
                </c:pt>
                <c:pt idx="34">
                  <c:v>33.268451819972597</c:v>
                </c:pt>
                <c:pt idx="35">
                  <c:v>37.656896824645642</c:v>
                </c:pt>
                <c:pt idx="36">
                  <c:v>39.048238581033168</c:v>
                </c:pt>
                <c:pt idx="37">
                  <c:v>27.483703168003021</c:v>
                </c:pt>
                <c:pt idx="38">
                  <c:v>33.625002281693853</c:v>
                </c:pt>
                <c:pt idx="39">
                  <c:v>35.444167918262359</c:v>
                </c:pt>
                <c:pt idx="40">
                  <c:v>34.846434905788747</c:v>
                </c:pt>
                <c:pt idx="41">
                  <c:v>28.519721175301392</c:v>
                </c:pt>
                <c:pt idx="42">
                  <c:v>41.011444199575728</c:v>
                </c:pt>
                <c:pt idx="43">
                  <c:v>33.596924940002069</c:v>
                </c:pt>
                <c:pt idx="44">
                  <c:v>26.609302588432168</c:v>
                </c:pt>
                <c:pt idx="45">
                  <c:v>30.12635164384508</c:v>
                </c:pt>
                <c:pt idx="46">
                  <c:v>28.412048641459091</c:v>
                </c:pt>
                <c:pt idx="47">
                  <c:v>21.368077109398619</c:v>
                </c:pt>
                <c:pt idx="48">
                  <c:v>33.579930200495653</c:v>
                </c:pt>
                <c:pt idx="49">
                  <c:v>25.846882605295601</c:v>
                </c:pt>
                <c:pt idx="50">
                  <c:v>31.03675005453232</c:v>
                </c:pt>
                <c:pt idx="51">
                  <c:v>40.345854075791912</c:v>
                </c:pt>
                <c:pt idx="52">
                  <c:v>26.083067540464292</c:v>
                </c:pt>
                <c:pt idx="53">
                  <c:v>23.595522705782312</c:v>
                </c:pt>
                <c:pt idx="54">
                  <c:v>29.885499263251969</c:v>
                </c:pt>
                <c:pt idx="55">
                  <c:v>34.272756438621897</c:v>
                </c:pt>
                <c:pt idx="56">
                  <c:v>37.860553610543121</c:v>
                </c:pt>
                <c:pt idx="57">
                  <c:v>25.39052981694326</c:v>
                </c:pt>
                <c:pt idx="58">
                  <c:v>25.19329048282659</c:v>
                </c:pt>
                <c:pt idx="59">
                  <c:v>31.13743914566858</c:v>
                </c:pt>
                <c:pt idx="60">
                  <c:v>39.517471399918861</c:v>
                </c:pt>
                <c:pt idx="61">
                  <c:v>28.172670302105541</c:v>
                </c:pt>
                <c:pt idx="62">
                  <c:v>23.509253223739549</c:v>
                </c:pt>
                <c:pt idx="63">
                  <c:v>39.590712229903559</c:v>
                </c:pt>
                <c:pt idx="64">
                  <c:v>34.142328458577481</c:v>
                </c:pt>
                <c:pt idx="65">
                  <c:v>27.63099444532633</c:v>
                </c:pt>
                <c:pt idx="66">
                  <c:v>22.824480006289409</c:v>
                </c:pt>
                <c:pt idx="67">
                  <c:v>39.527846148805217</c:v>
                </c:pt>
                <c:pt idx="68">
                  <c:v>27.65838576169136</c:v>
                </c:pt>
                <c:pt idx="69">
                  <c:v>26.115515152060588</c:v>
                </c:pt>
                <c:pt idx="70">
                  <c:v>26.573229755810289</c:v>
                </c:pt>
                <c:pt idx="71">
                  <c:v>21.498115585860909</c:v>
                </c:pt>
                <c:pt idx="72">
                  <c:v>31.36297747542746</c:v>
                </c:pt>
                <c:pt idx="73">
                  <c:v>32.325348693621883</c:v>
                </c:pt>
                <c:pt idx="74">
                  <c:v>25.50591503832953</c:v>
                </c:pt>
                <c:pt idx="75">
                  <c:v>33.449794901117329</c:v>
                </c:pt>
                <c:pt idx="76">
                  <c:v>26.97537140940435</c:v>
                </c:pt>
                <c:pt idx="77">
                  <c:v>31.45824518663073</c:v>
                </c:pt>
                <c:pt idx="78">
                  <c:v>127.26176888017839</c:v>
                </c:pt>
                <c:pt idx="79">
                  <c:v>29.960227664197419</c:v>
                </c:pt>
                <c:pt idx="80">
                  <c:v>25.804201405217899</c:v>
                </c:pt>
                <c:pt idx="81">
                  <c:v>29.532357193363751</c:v>
                </c:pt>
                <c:pt idx="82">
                  <c:v>37.877317563658828</c:v>
                </c:pt>
                <c:pt idx="83">
                  <c:v>20.288802203686359</c:v>
                </c:pt>
                <c:pt idx="84">
                  <c:v>21.69602997307209</c:v>
                </c:pt>
                <c:pt idx="85">
                  <c:v>32.193966412460803</c:v>
                </c:pt>
                <c:pt idx="86">
                  <c:v>24.485470718059581</c:v>
                </c:pt>
                <c:pt idx="87">
                  <c:v>19.54220962985837</c:v>
                </c:pt>
                <c:pt idx="88">
                  <c:v>40.621998030946372</c:v>
                </c:pt>
                <c:pt idx="89">
                  <c:v>23.04429730110758</c:v>
                </c:pt>
                <c:pt idx="90">
                  <c:v>33.826255036635558</c:v>
                </c:pt>
                <c:pt idx="91">
                  <c:v>26.98949102355423</c:v>
                </c:pt>
                <c:pt idx="92">
                  <c:v>28.95189597293092</c:v>
                </c:pt>
                <c:pt idx="93">
                  <c:v>31.627043775729181</c:v>
                </c:pt>
                <c:pt idx="94">
                  <c:v>24.718886694821709</c:v>
                </c:pt>
                <c:pt idx="95">
                  <c:v>32.143638268890612</c:v>
                </c:pt>
                <c:pt idx="96">
                  <c:v>31.900581479560529</c:v>
                </c:pt>
                <c:pt idx="97">
                  <c:v>24.230919688461238</c:v>
                </c:pt>
                <c:pt idx="98">
                  <c:v>25.271024233694561</c:v>
                </c:pt>
                <c:pt idx="99">
                  <c:v>28.938347705634332</c:v>
                </c:pt>
                <c:pt idx="100">
                  <c:v>26.570474610181542</c:v>
                </c:pt>
                <c:pt idx="101">
                  <c:v>22.372698617138351</c:v>
                </c:pt>
                <c:pt idx="102">
                  <c:v>39.772523313064333</c:v>
                </c:pt>
                <c:pt idx="103">
                  <c:v>32.085712845885261</c:v>
                </c:pt>
                <c:pt idx="104">
                  <c:v>24.62806519368872</c:v>
                </c:pt>
                <c:pt idx="105">
                  <c:v>24.25332070650153</c:v>
                </c:pt>
                <c:pt idx="106">
                  <c:v>18.83519776676382</c:v>
                </c:pt>
                <c:pt idx="107">
                  <c:v>39.057561447114992</c:v>
                </c:pt>
                <c:pt idx="108">
                  <c:v>122.03214876758661</c:v>
                </c:pt>
                <c:pt idx="109">
                  <c:v>30.048941980505251</c:v>
                </c:pt>
                <c:pt idx="110">
                  <c:v>30.898326844651471</c:v>
                </c:pt>
                <c:pt idx="111">
                  <c:v>32.429932298872878</c:v>
                </c:pt>
                <c:pt idx="112">
                  <c:v>43.550184316118951</c:v>
                </c:pt>
                <c:pt idx="113">
                  <c:v>28.13458983622041</c:v>
                </c:pt>
                <c:pt idx="114">
                  <c:v>36.475284509600911</c:v>
                </c:pt>
                <c:pt idx="115">
                  <c:v>23.562781122051881</c:v>
                </c:pt>
                <c:pt idx="116">
                  <c:v>32.048305923728442</c:v>
                </c:pt>
                <c:pt idx="117">
                  <c:v>24.170193118832621</c:v>
                </c:pt>
                <c:pt idx="118">
                  <c:v>32.978762861378961</c:v>
                </c:pt>
                <c:pt idx="119">
                  <c:v>56.773398189593067</c:v>
                </c:pt>
                <c:pt idx="120">
                  <c:v>29.207694211572331</c:v>
                </c:pt>
                <c:pt idx="121">
                  <c:v>26.126045757779419</c:v>
                </c:pt>
                <c:pt idx="122">
                  <c:v>32.608941642894692</c:v>
                </c:pt>
                <c:pt idx="123">
                  <c:v>18.449662959810151</c:v>
                </c:pt>
                <c:pt idx="124">
                  <c:v>19.670512035485238</c:v>
                </c:pt>
                <c:pt idx="125">
                  <c:v>23.538270443896149</c:v>
                </c:pt>
                <c:pt idx="126">
                  <c:v>36.998162786984473</c:v>
                </c:pt>
                <c:pt idx="127">
                  <c:v>18.01303108739264</c:v>
                </c:pt>
                <c:pt idx="128">
                  <c:v>27.94013016601756</c:v>
                </c:pt>
                <c:pt idx="129">
                  <c:v>35.967323676734203</c:v>
                </c:pt>
              </c:numCache>
            </c:numRef>
          </c:xVal>
          <c:yVal>
            <c:numRef>
              <c:f>Scatter_Volume_3!$Y$2:$Y$131</c:f>
              <c:numCache>
                <c:formatCode>General</c:formatCode>
                <c:ptCount val="130"/>
                <c:pt idx="0">
                  <c:v>491.96384939543969</c:v>
                </c:pt>
                <c:pt idx="1">
                  <c:v>491.96384939543969</c:v>
                </c:pt>
                <c:pt idx="2">
                  <c:v>219.65515971351732</c:v>
                </c:pt>
                <c:pt idx="3">
                  <c:v>277.52546925855711</c:v>
                </c:pt>
                <c:pt idx="4">
                  <c:v>72.737673864643853</c:v>
                </c:pt>
                <c:pt idx="5">
                  <c:v>61.996339083703333</c:v>
                </c:pt>
                <c:pt idx="6">
                  <c:v>81.400131718235684</c:v>
                </c:pt>
                <c:pt idx="7">
                  <c:v>75.226197742441286</c:v>
                </c:pt>
                <c:pt idx="8">
                  <c:v>463.25201365919406</c:v>
                </c:pt>
                <c:pt idx="9">
                  <c:v>123.34878767378359</c:v>
                </c:pt>
                <c:pt idx="10">
                  <c:v>142.37961970139577</c:v>
                </c:pt>
                <c:pt idx="11">
                  <c:v>51.559880004690285</c:v>
                </c:pt>
                <c:pt idx="12">
                  <c:v>58.159140985727959</c:v>
                </c:pt>
                <c:pt idx="13">
                  <c:v>48.5546461982658</c:v>
                </c:pt>
                <c:pt idx="14">
                  <c:v>42.290985394646214</c:v>
                </c:pt>
                <c:pt idx="15">
                  <c:v>57.638378127224314</c:v>
                </c:pt>
                <c:pt idx="16">
                  <c:v>69.343494101270153</c:v>
                </c:pt>
                <c:pt idx="17">
                  <c:v>143.72538251018807</c:v>
                </c:pt>
                <c:pt idx="18">
                  <c:v>475.75773758416108</c:v>
                </c:pt>
                <c:pt idx="19">
                  <c:v>80.127309600167905</c:v>
                </c:pt>
                <c:pt idx="20">
                  <c:v>58.382692025320921</c:v>
                </c:pt>
                <c:pt idx="21">
                  <c:v>662</c:v>
                </c:pt>
                <c:pt idx="22">
                  <c:v>46.528782230479464</c:v>
                </c:pt>
                <c:pt idx="23">
                  <c:v>85.513457744017842</c:v>
                </c:pt>
                <c:pt idx="24">
                  <c:v>662</c:v>
                </c:pt>
                <c:pt idx="25">
                  <c:v>40.029198525290212</c:v>
                </c:pt>
                <c:pt idx="26">
                  <c:v>149.19955770621857</c:v>
                </c:pt>
                <c:pt idx="27">
                  <c:v>216.54049910481552</c:v>
                </c:pt>
                <c:pt idx="28">
                  <c:v>459.95337184495031</c:v>
                </c:pt>
                <c:pt idx="29">
                  <c:v>114.47273726160699</c:v>
                </c:pt>
                <c:pt idx="30">
                  <c:v>136.43898788114166</c:v>
                </c:pt>
                <c:pt idx="31">
                  <c:v>96.704804815367538</c:v>
                </c:pt>
                <c:pt idx="32">
                  <c:v>301.37457031408218</c:v>
                </c:pt>
                <c:pt idx="33">
                  <c:v>133.82487363176074</c:v>
                </c:pt>
                <c:pt idx="34">
                  <c:v>115.93972816067378</c:v>
                </c:pt>
                <c:pt idx="35">
                  <c:v>140.68867653494169</c:v>
                </c:pt>
                <c:pt idx="36">
                  <c:v>408.63950519707561</c:v>
                </c:pt>
                <c:pt idx="37">
                  <c:v>84.443177694930341</c:v>
                </c:pt>
                <c:pt idx="38">
                  <c:v>115.06477538057482</c:v>
                </c:pt>
                <c:pt idx="39">
                  <c:v>373.5989833301449</c:v>
                </c:pt>
                <c:pt idx="40">
                  <c:v>124.79362045884409</c:v>
                </c:pt>
                <c:pt idx="41">
                  <c:v>89.932196314746875</c:v>
                </c:pt>
                <c:pt idx="42">
                  <c:v>159.7024665801062</c:v>
                </c:pt>
                <c:pt idx="43">
                  <c:v>117.77665579012978</c:v>
                </c:pt>
                <c:pt idx="44">
                  <c:v>79.877443482593662</c:v>
                </c:pt>
                <c:pt idx="45">
                  <c:v>98.593591519873257</c:v>
                </c:pt>
                <c:pt idx="46">
                  <c:v>662</c:v>
                </c:pt>
                <c:pt idx="47">
                  <c:v>54.133062682945706</c:v>
                </c:pt>
                <c:pt idx="48">
                  <c:v>117.68152905061424</c:v>
                </c:pt>
                <c:pt idx="49">
                  <c:v>271.45330434108041</c:v>
                </c:pt>
                <c:pt idx="50">
                  <c:v>121.68652603242265</c:v>
                </c:pt>
                <c:pt idx="51">
                  <c:v>471.54423748221086</c:v>
                </c:pt>
                <c:pt idx="52">
                  <c:v>77.161836666098679</c:v>
                </c:pt>
                <c:pt idx="53">
                  <c:v>247.74183189140149</c:v>
                </c:pt>
                <c:pt idx="54">
                  <c:v>310.11483817440921</c:v>
                </c:pt>
                <c:pt idx="55">
                  <c:v>420.2706589582919</c:v>
                </c:pt>
                <c:pt idx="56">
                  <c:v>141.84366616817636</c:v>
                </c:pt>
                <c:pt idx="57">
                  <c:v>218.14486890324088</c:v>
                </c:pt>
                <c:pt idx="58">
                  <c:v>72.629398995597398</c:v>
                </c:pt>
                <c:pt idx="59">
                  <c:v>104.12405559604372</c:v>
                </c:pt>
                <c:pt idx="60">
                  <c:v>151.24170350864551</c:v>
                </c:pt>
                <c:pt idx="61">
                  <c:v>286.09453677031132</c:v>
                </c:pt>
                <c:pt idx="62">
                  <c:v>64.274749689168175</c:v>
                </c:pt>
                <c:pt idx="63">
                  <c:v>151.65694017169102</c:v>
                </c:pt>
                <c:pt idx="64">
                  <c:v>120.83420991302967</c:v>
                </c:pt>
                <c:pt idx="65">
                  <c:v>85.218495880972569</c:v>
                </c:pt>
                <c:pt idx="66">
                  <c:v>60.969184967158867</c:v>
                </c:pt>
                <c:pt idx="67">
                  <c:v>454.27294125035314</c:v>
                </c:pt>
                <c:pt idx="68">
                  <c:v>85.362870267034737</c:v>
                </c:pt>
                <c:pt idx="69">
                  <c:v>93.233450441127729</c:v>
                </c:pt>
                <c:pt idx="70">
                  <c:v>442.9692237350763</c:v>
                </c:pt>
                <c:pt idx="71">
                  <c:v>54.732168855152963</c:v>
                </c:pt>
                <c:pt idx="72">
                  <c:v>105.3650384231122</c:v>
                </c:pt>
                <c:pt idx="73">
                  <c:v>110.68706689658734</c:v>
                </c:pt>
                <c:pt idx="74">
                  <c:v>74.213104828903397</c:v>
                </c:pt>
                <c:pt idx="75">
                  <c:v>116.95341608595334</c:v>
                </c:pt>
                <c:pt idx="76">
                  <c:v>81.781015682715974</c:v>
                </c:pt>
                <c:pt idx="77">
                  <c:v>105.88998096447483</c:v>
                </c:pt>
                <c:pt idx="78">
                  <c:v>662</c:v>
                </c:pt>
                <c:pt idx="79">
                  <c:v>662</c:v>
                </c:pt>
                <c:pt idx="80">
                  <c:v>75.73311147532047</c:v>
                </c:pt>
                <c:pt idx="81">
                  <c:v>95.371932166452098</c:v>
                </c:pt>
                <c:pt idx="82">
                  <c:v>141.93874626939498</c:v>
                </c:pt>
                <c:pt idx="83">
                  <c:v>49.251033009103367</c:v>
                </c:pt>
                <c:pt idx="84">
                  <c:v>55.648343204005073</c:v>
                </c:pt>
                <c:pt idx="85">
                  <c:v>438.89732952056067</c:v>
                </c:pt>
                <c:pt idx="86">
                  <c:v>275.08314183539909</c:v>
                </c:pt>
                <c:pt idx="87">
                  <c:v>45.97227900316193</c:v>
                </c:pt>
                <c:pt idx="88">
                  <c:v>157.49920271680162</c:v>
                </c:pt>
                <c:pt idx="89">
                  <c:v>62.0241886727664</c:v>
                </c:pt>
                <c:pt idx="90">
                  <c:v>119.06120021736422</c:v>
                </c:pt>
                <c:pt idx="91">
                  <c:v>81.854669331051923</c:v>
                </c:pt>
                <c:pt idx="92">
                  <c:v>374.57143597620922</c:v>
                </c:pt>
                <c:pt idx="93">
                  <c:v>106.82115705569572</c:v>
                </c:pt>
                <c:pt idx="94">
                  <c:v>70.24505767729454</c:v>
                </c:pt>
                <c:pt idx="95">
                  <c:v>109.67904945456087</c:v>
                </c:pt>
                <c:pt idx="96">
                  <c:v>108.33293239877935</c:v>
                </c:pt>
                <c:pt idx="97">
                  <c:v>203.5849751480269</c:v>
                </c:pt>
                <c:pt idx="98">
                  <c:v>73.02227587612947</c:v>
                </c:pt>
                <c:pt idx="99">
                  <c:v>92.172563393981591</c:v>
                </c:pt>
                <c:pt idx="100">
                  <c:v>79.676222883707624</c:v>
                </c:pt>
                <c:pt idx="101">
                  <c:v>58.819533642099259</c:v>
                </c:pt>
                <c:pt idx="102">
                  <c:v>152.68756168657109</c:v>
                </c:pt>
                <c:pt idx="103">
                  <c:v>109.35800907851262</c:v>
                </c:pt>
                <c:pt idx="104">
                  <c:v>420.80107775403189</c:v>
                </c:pt>
                <c:pt idx="105">
                  <c:v>67.928121411242955</c:v>
                </c:pt>
                <c:pt idx="106">
                  <c:v>418.93496540178779</c:v>
                </c:pt>
                <c:pt idx="107">
                  <c:v>148.63362176838802</c:v>
                </c:pt>
                <c:pt idx="108">
                  <c:v>529.42540134932278</c:v>
                </c:pt>
                <c:pt idx="109">
                  <c:v>98.172536146483367</c:v>
                </c:pt>
                <c:pt idx="110">
                  <c:v>102.81119094667156</c:v>
                </c:pt>
                <c:pt idx="111">
                  <c:v>111.26785378218801</c:v>
                </c:pt>
                <c:pt idx="112">
                  <c:v>404.06896149942298</c:v>
                </c:pt>
                <c:pt idx="113">
                  <c:v>87.882190107054726</c:v>
                </c:pt>
                <c:pt idx="114">
                  <c:v>133.99309209416379</c:v>
                </c:pt>
                <c:pt idx="115">
                  <c:v>64.535472068430295</c:v>
                </c:pt>
                <c:pt idx="116">
                  <c:v>172.73463362018612</c:v>
                </c:pt>
                <c:pt idx="117">
                  <c:v>310.75787886813129</c:v>
                </c:pt>
                <c:pt idx="118">
                  <c:v>275.32900445096271</c:v>
                </c:pt>
                <c:pt idx="119">
                  <c:v>662</c:v>
                </c:pt>
                <c:pt idx="120">
                  <c:v>93.620396267038586</c:v>
                </c:pt>
                <c:pt idx="121">
                  <c:v>425.91435828467689</c:v>
                </c:pt>
                <c:pt idx="122">
                  <c:v>112.26297510426048</c:v>
                </c:pt>
                <c:pt idx="123">
                  <c:v>41.32813607807941</c:v>
                </c:pt>
                <c:pt idx="124">
                  <c:v>46.52980431744777</c:v>
                </c:pt>
                <c:pt idx="125">
                  <c:v>64.416044886531949</c:v>
                </c:pt>
                <c:pt idx="126">
                  <c:v>435.38530513352362</c:v>
                </c:pt>
                <c:pt idx="127">
                  <c:v>39.525542041312406</c:v>
                </c:pt>
                <c:pt idx="128">
                  <c:v>86.851307171571079</c:v>
                </c:pt>
                <c:pt idx="129">
                  <c:v>131.11939609943943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F00-471F-B0DF-FC6834429BE4}"/>
            </c:ext>
          </c:extLst>
        </c:ser>
        <c:ser>
          <c:idx val="1"/>
          <c:order val="1"/>
          <c:tx>
            <c:strRef>
              <c:f>Scatter_Volume_3!$Z$1</c:f>
              <c:strCache>
                <c:ptCount val="1"/>
                <c:pt idx="0">
                  <c:v>Calculated E'(KN formula)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Scatter_Volume_3!$R$2:$R$131</c:f>
              <c:numCache>
                <c:formatCode>General</c:formatCode>
                <c:ptCount val="130"/>
                <c:pt idx="0">
                  <c:v>85.271925041978449</c:v>
                </c:pt>
                <c:pt idx="1">
                  <c:v>40.113801646415872</c:v>
                </c:pt>
                <c:pt idx="2">
                  <c:v>34.510091760395397</c:v>
                </c:pt>
                <c:pt idx="3">
                  <c:v>29.73951499270169</c:v>
                </c:pt>
                <c:pt idx="4">
                  <c:v>25.214725510142941</c:v>
                </c:pt>
                <c:pt idx="5">
                  <c:v>23.038510252414898</c:v>
                </c:pt>
                <c:pt idx="6">
                  <c:v>26.90230281151435</c:v>
                </c:pt>
                <c:pt idx="7">
                  <c:v>25.704911755947698</c:v>
                </c:pt>
                <c:pt idx="8">
                  <c:v>36.319635914666662</c:v>
                </c:pt>
                <c:pt idx="9">
                  <c:v>34.589757190105878</c:v>
                </c:pt>
                <c:pt idx="10">
                  <c:v>37.955047501562717</c:v>
                </c:pt>
                <c:pt idx="11">
                  <c:v>20.803735999154121</c:v>
                </c:pt>
                <c:pt idx="12">
                  <c:v>22.23281636437731</c:v>
                </c:pt>
                <c:pt idx="13">
                  <c:v>19.76997252216254</c:v>
                </c:pt>
                <c:pt idx="14">
                  <c:v>18.679865703706291</c:v>
                </c:pt>
                <c:pt idx="15">
                  <c:v>22.1221353678024</c:v>
                </c:pt>
                <c:pt idx="16">
                  <c:v>24.538279555362131</c:v>
                </c:pt>
                <c:pt idx="17">
                  <c:v>38.19229930694997</c:v>
                </c:pt>
                <c:pt idx="18">
                  <c:v>40.15061130973811</c:v>
                </c:pt>
                <c:pt idx="19">
                  <c:v>26.657481623661329</c:v>
                </c:pt>
                <c:pt idx="20">
                  <c:v>22.280227236310179</c:v>
                </c:pt>
                <c:pt idx="21">
                  <c:v>32.774631231013018</c:v>
                </c:pt>
                <c:pt idx="22">
                  <c:v>19.670277347808341</c:v>
                </c:pt>
                <c:pt idx="23">
                  <c:v>27.686943852388641</c:v>
                </c:pt>
                <c:pt idx="24">
                  <c:v>161.19653891102311</c:v>
                </c:pt>
                <c:pt idx="25">
                  <c:v>18.135795108694172</c:v>
                </c:pt>
                <c:pt idx="26">
                  <c:v>39.157344880337988</c:v>
                </c:pt>
                <c:pt idx="27">
                  <c:v>27.063004459834509</c:v>
                </c:pt>
                <c:pt idx="28">
                  <c:v>27.42341666809434</c:v>
                </c:pt>
                <c:pt idx="29">
                  <c:v>33.005655181510953</c:v>
                </c:pt>
                <c:pt idx="30">
                  <c:v>36.907180475570428</c:v>
                </c:pt>
                <c:pt idx="31">
                  <c:v>29.778588370569281</c:v>
                </c:pt>
                <c:pt idx="32">
                  <c:v>38.756064732300523</c:v>
                </c:pt>
                <c:pt idx="33">
                  <c:v>36.445566699663921</c:v>
                </c:pt>
                <c:pt idx="34">
                  <c:v>33.268451819972597</c:v>
                </c:pt>
                <c:pt idx="35">
                  <c:v>37.656896824645642</c:v>
                </c:pt>
                <c:pt idx="36">
                  <c:v>39.048238581033168</c:v>
                </c:pt>
                <c:pt idx="37">
                  <c:v>27.483703168003021</c:v>
                </c:pt>
                <c:pt idx="38">
                  <c:v>33.625002281693853</c:v>
                </c:pt>
                <c:pt idx="39">
                  <c:v>35.444167918262359</c:v>
                </c:pt>
                <c:pt idx="40">
                  <c:v>34.846434905788747</c:v>
                </c:pt>
                <c:pt idx="41">
                  <c:v>28.519721175301392</c:v>
                </c:pt>
                <c:pt idx="42">
                  <c:v>41.011444199575728</c:v>
                </c:pt>
                <c:pt idx="43">
                  <c:v>33.596924940002069</c:v>
                </c:pt>
                <c:pt idx="44">
                  <c:v>26.609302588432168</c:v>
                </c:pt>
                <c:pt idx="45">
                  <c:v>30.12635164384508</c:v>
                </c:pt>
                <c:pt idx="46">
                  <c:v>28.412048641459091</c:v>
                </c:pt>
                <c:pt idx="47">
                  <c:v>21.368077109398619</c:v>
                </c:pt>
                <c:pt idx="48">
                  <c:v>33.579930200495653</c:v>
                </c:pt>
                <c:pt idx="49">
                  <c:v>25.846882605295601</c:v>
                </c:pt>
                <c:pt idx="50">
                  <c:v>31.03675005453232</c:v>
                </c:pt>
                <c:pt idx="51">
                  <c:v>40.345854075791912</c:v>
                </c:pt>
                <c:pt idx="52">
                  <c:v>26.083067540464292</c:v>
                </c:pt>
                <c:pt idx="53">
                  <c:v>23.595522705782312</c:v>
                </c:pt>
                <c:pt idx="54">
                  <c:v>29.885499263251969</c:v>
                </c:pt>
                <c:pt idx="55">
                  <c:v>34.272756438621897</c:v>
                </c:pt>
                <c:pt idx="56">
                  <c:v>37.860553610543121</c:v>
                </c:pt>
                <c:pt idx="57">
                  <c:v>25.39052981694326</c:v>
                </c:pt>
                <c:pt idx="58">
                  <c:v>25.19329048282659</c:v>
                </c:pt>
                <c:pt idx="59">
                  <c:v>31.13743914566858</c:v>
                </c:pt>
                <c:pt idx="60">
                  <c:v>39.517471399918861</c:v>
                </c:pt>
                <c:pt idx="61">
                  <c:v>28.172670302105541</c:v>
                </c:pt>
                <c:pt idx="62">
                  <c:v>23.509253223739549</c:v>
                </c:pt>
                <c:pt idx="63">
                  <c:v>39.590712229903559</c:v>
                </c:pt>
                <c:pt idx="64">
                  <c:v>34.142328458577481</c:v>
                </c:pt>
                <c:pt idx="65">
                  <c:v>27.63099444532633</c:v>
                </c:pt>
                <c:pt idx="66">
                  <c:v>22.824480006289409</c:v>
                </c:pt>
                <c:pt idx="67">
                  <c:v>39.527846148805217</c:v>
                </c:pt>
                <c:pt idx="68">
                  <c:v>27.65838576169136</c:v>
                </c:pt>
                <c:pt idx="69">
                  <c:v>26.115515152060588</c:v>
                </c:pt>
                <c:pt idx="70">
                  <c:v>26.573229755810289</c:v>
                </c:pt>
                <c:pt idx="71">
                  <c:v>21.498115585860909</c:v>
                </c:pt>
                <c:pt idx="72">
                  <c:v>31.36297747542746</c:v>
                </c:pt>
                <c:pt idx="73">
                  <c:v>32.325348693621883</c:v>
                </c:pt>
                <c:pt idx="74">
                  <c:v>25.50591503832953</c:v>
                </c:pt>
                <c:pt idx="75">
                  <c:v>33.449794901117329</c:v>
                </c:pt>
                <c:pt idx="76">
                  <c:v>26.97537140940435</c:v>
                </c:pt>
                <c:pt idx="77">
                  <c:v>31.45824518663073</c:v>
                </c:pt>
                <c:pt idx="78">
                  <c:v>127.26176888017839</c:v>
                </c:pt>
                <c:pt idx="79">
                  <c:v>29.960227664197419</c:v>
                </c:pt>
                <c:pt idx="80">
                  <c:v>25.804201405217899</c:v>
                </c:pt>
                <c:pt idx="81">
                  <c:v>29.532357193363751</c:v>
                </c:pt>
                <c:pt idx="82">
                  <c:v>37.877317563658828</c:v>
                </c:pt>
                <c:pt idx="83">
                  <c:v>20.288802203686359</c:v>
                </c:pt>
                <c:pt idx="84">
                  <c:v>21.69602997307209</c:v>
                </c:pt>
                <c:pt idx="85">
                  <c:v>32.193966412460803</c:v>
                </c:pt>
                <c:pt idx="86">
                  <c:v>24.485470718059581</c:v>
                </c:pt>
                <c:pt idx="87">
                  <c:v>19.54220962985837</c:v>
                </c:pt>
                <c:pt idx="88">
                  <c:v>40.621998030946372</c:v>
                </c:pt>
                <c:pt idx="89">
                  <c:v>23.04429730110758</c:v>
                </c:pt>
                <c:pt idx="90">
                  <c:v>33.826255036635558</c:v>
                </c:pt>
                <c:pt idx="91">
                  <c:v>26.98949102355423</c:v>
                </c:pt>
                <c:pt idx="92">
                  <c:v>28.95189597293092</c:v>
                </c:pt>
                <c:pt idx="93">
                  <c:v>31.627043775729181</c:v>
                </c:pt>
                <c:pt idx="94">
                  <c:v>24.718886694821709</c:v>
                </c:pt>
                <c:pt idx="95">
                  <c:v>32.143638268890612</c:v>
                </c:pt>
                <c:pt idx="96">
                  <c:v>31.900581479560529</c:v>
                </c:pt>
                <c:pt idx="97">
                  <c:v>24.230919688461238</c:v>
                </c:pt>
                <c:pt idx="98">
                  <c:v>25.271024233694561</c:v>
                </c:pt>
                <c:pt idx="99">
                  <c:v>28.938347705634332</c:v>
                </c:pt>
                <c:pt idx="100">
                  <c:v>26.570474610181542</c:v>
                </c:pt>
                <c:pt idx="101">
                  <c:v>22.372698617138351</c:v>
                </c:pt>
                <c:pt idx="102">
                  <c:v>39.772523313064333</c:v>
                </c:pt>
                <c:pt idx="103">
                  <c:v>32.085712845885261</c:v>
                </c:pt>
                <c:pt idx="104">
                  <c:v>24.62806519368872</c:v>
                </c:pt>
                <c:pt idx="105">
                  <c:v>24.25332070650153</c:v>
                </c:pt>
                <c:pt idx="106">
                  <c:v>18.83519776676382</c:v>
                </c:pt>
                <c:pt idx="107">
                  <c:v>39.057561447114992</c:v>
                </c:pt>
                <c:pt idx="108">
                  <c:v>122.03214876758661</c:v>
                </c:pt>
                <c:pt idx="109">
                  <c:v>30.048941980505251</c:v>
                </c:pt>
                <c:pt idx="110">
                  <c:v>30.898326844651471</c:v>
                </c:pt>
                <c:pt idx="111">
                  <c:v>32.429932298872878</c:v>
                </c:pt>
                <c:pt idx="112">
                  <c:v>43.550184316118951</c:v>
                </c:pt>
                <c:pt idx="113">
                  <c:v>28.13458983622041</c:v>
                </c:pt>
                <c:pt idx="114">
                  <c:v>36.475284509600911</c:v>
                </c:pt>
                <c:pt idx="115">
                  <c:v>23.562781122051881</c:v>
                </c:pt>
                <c:pt idx="116">
                  <c:v>32.048305923728442</c:v>
                </c:pt>
                <c:pt idx="117">
                  <c:v>24.170193118832621</c:v>
                </c:pt>
                <c:pt idx="118">
                  <c:v>32.978762861378961</c:v>
                </c:pt>
                <c:pt idx="119">
                  <c:v>56.773398189593067</c:v>
                </c:pt>
                <c:pt idx="120">
                  <c:v>29.207694211572331</c:v>
                </c:pt>
                <c:pt idx="121">
                  <c:v>26.126045757779419</c:v>
                </c:pt>
                <c:pt idx="122">
                  <c:v>32.608941642894692</c:v>
                </c:pt>
                <c:pt idx="123">
                  <c:v>18.449662959810151</c:v>
                </c:pt>
                <c:pt idx="124">
                  <c:v>19.670512035485238</c:v>
                </c:pt>
                <c:pt idx="125">
                  <c:v>23.538270443896149</c:v>
                </c:pt>
                <c:pt idx="126">
                  <c:v>36.998162786984473</c:v>
                </c:pt>
                <c:pt idx="127">
                  <c:v>18.01303108739264</c:v>
                </c:pt>
                <c:pt idx="128">
                  <c:v>27.94013016601756</c:v>
                </c:pt>
                <c:pt idx="129">
                  <c:v>35.967323676734203</c:v>
                </c:pt>
              </c:numCache>
            </c:numRef>
          </c:xVal>
          <c:yVal>
            <c:numRef>
              <c:f>Scatter_Volume_3!$Z$2:$Z$131</c:f>
              <c:numCache>
                <c:formatCode>General</c:formatCode>
                <c:ptCount val="130"/>
                <c:pt idx="0">
                  <c:v>302.46056015264179</c:v>
                </c:pt>
                <c:pt idx="1">
                  <c:v>507.37878498492626</c:v>
                </c:pt>
                <c:pt idx="2">
                  <c:v>539.09953289364887</c:v>
                </c:pt>
                <c:pt idx="3">
                  <c:v>565.50713046630563</c:v>
                </c:pt>
                <c:pt idx="4">
                  <c:v>589.26246424238877</c:v>
                </c:pt>
                <c:pt idx="5">
                  <c:v>600.00378077446612</c:v>
                </c:pt>
                <c:pt idx="6">
                  <c:v>580.60002056418182</c:v>
                </c:pt>
                <c:pt idx="7">
                  <c:v>586.7739444863571</c:v>
                </c:pt>
                <c:pt idx="8">
                  <c:v>528.88806373671139</c:v>
                </c:pt>
                <c:pt idx="9">
                  <c:v>538.65142641322211</c:v>
                </c:pt>
                <c:pt idx="10">
                  <c:v>519.62061868518947</c:v>
                </c:pt>
                <c:pt idx="11">
                  <c:v>610.44022141041546</c:v>
                </c:pt>
                <c:pt idx="12">
                  <c:v>603.8409721730294</c:v>
                </c:pt>
                <c:pt idx="13">
                  <c:v>615.03638179249003</c:v>
                </c:pt>
                <c:pt idx="14">
                  <c:v>619.70909905217093</c:v>
                </c:pt>
                <c:pt idx="15">
                  <c:v>604.36173411501397</c:v>
                </c:pt>
                <c:pt idx="16">
                  <c:v>592.65663831961376</c:v>
                </c:pt>
                <c:pt idx="17">
                  <c:v>518.2748575063805</c:v>
                </c:pt>
                <c:pt idx="18">
                  <c:v>507.17025747593357</c:v>
                </c:pt>
                <c:pt idx="19">
                  <c:v>581.87284062968968</c:v>
                </c:pt>
                <c:pt idx="20">
                  <c:v>603.61742152633997</c:v>
                </c:pt>
                <c:pt idx="21">
                  <c:v>548.81502893351012</c:v>
                </c:pt>
                <c:pt idx="22">
                  <c:v>615.4713100430447</c:v>
                </c:pt>
                <c:pt idx="23">
                  <c:v>576.48670110018475</c:v>
                </c:pt>
                <c:pt idx="24">
                  <c:v>187.96901803021987</c:v>
                </c:pt>
                <c:pt idx="25">
                  <c:v>621.97088169690767</c:v>
                </c:pt>
                <c:pt idx="26">
                  <c:v>512.80068882035744</c:v>
                </c:pt>
                <c:pt idx="27">
                  <c:v>579.7617352275571</c:v>
                </c:pt>
                <c:pt idx="28">
                  <c:v>577.87381441181947</c:v>
                </c:pt>
                <c:pt idx="29">
                  <c:v>547.52746469384635</c:v>
                </c:pt>
                <c:pt idx="30">
                  <c:v>525.56124317069691</c:v>
                </c:pt>
                <c:pt idx="31">
                  <c:v>565.29537132994494</c:v>
                </c:pt>
                <c:pt idx="32">
                  <c:v>515.07678212176938</c:v>
                </c:pt>
                <c:pt idx="33">
                  <c:v>528.17535412044003</c:v>
                </c:pt>
                <c:pt idx="34">
                  <c:v>546.06047583484599</c:v>
                </c:pt>
                <c:pt idx="35">
                  <c:v>521.3115597870335</c:v>
                </c:pt>
                <c:pt idx="36">
                  <c:v>513.41950177551473</c:v>
                </c:pt>
                <c:pt idx="37">
                  <c:v>577.55697945240195</c:v>
                </c:pt>
                <c:pt idx="38">
                  <c:v>544.06637003244521</c:v>
                </c:pt>
                <c:pt idx="39">
                  <c:v>533.83627555051521</c:v>
                </c:pt>
                <c:pt idx="40">
                  <c:v>537.20659555487248</c:v>
                </c:pt>
                <c:pt idx="41">
                  <c:v>572.06796945697181</c:v>
                </c:pt>
                <c:pt idx="42">
                  <c:v>502.2977918960587</c:v>
                </c:pt>
                <c:pt idx="43">
                  <c:v>544.22355074035227</c:v>
                </c:pt>
                <c:pt idx="44">
                  <c:v>582.12270634310255</c:v>
                </c:pt>
                <c:pt idx="45">
                  <c:v>563.40658746577787</c:v>
                </c:pt>
                <c:pt idx="46">
                  <c:v>572.64218985277012</c:v>
                </c:pt>
                <c:pt idx="47">
                  <c:v>607.86704334462354</c:v>
                </c:pt>
                <c:pt idx="48">
                  <c:v>544.31867734912657</c:v>
                </c:pt>
                <c:pt idx="49">
                  <c:v>586.04883771837558</c:v>
                </c:pt>
                <c:pt idx="50">
                  <c:v>558.42933005806765</c:v>
                </c:pt>
                <c:pt idx="51">
                  <c:v>506.06442121589475</c:v>
                </c:pt>
                <c:pt idx="52">
                  <c:v>584.83830874112346</c:v>
                </c:pt>
                <c:pt idx="53">
                  <c:v>597.30501228180185</c:v>
                </c:pt>
                <c:pt idx="54">
                  <c:v>564.71548755932974</c:v>
                </c:pt>
                <c:pt idx="55">
                  <c:v>540.4335393020549</c:v>
                </c:pt>
                <c:pt idx="56">
                  <c:v>520.15657156601424</c:v>
                </c:pt>
                <c:pt idx="57">
                  <c:v>588.37268776211636</c:v>
                </c:pt>
                <c:pt idx="58">
                  <c:v>589.37073893119259</c:v>
                </c:pt>
                <c:pt idx="59">
                  <c:v>557.87613157405292</c:v>
                </c:pt>
                <c:pt idx="60">
                  <c:v>510.75854539703619</c:v>
                </c:pt>
                <c:pt idx="61">
                  <c:v>573.91576353334619</c:v>
                </c:pt>
                <c:pt idx="62">
                  <c:v>597.7253741020096</c:v>
                </c:pt>
                <c:pt idx="63">
                  <c:v>510.34330921445479</c:v>
                </c:pt>
                <c:pt idx="64">
                  <c:v>541.16600078866031</c:v>
                </c:pt>
                <c:pt idx="65">
                  <c:v>576.78166249632113</c:v>
                </c:pt>
                <c:pt idx="66">
                  <c:v>601.03093310698966</c:v>
                </c:pt>
                <c:pt idx="67">
                  <c:v>510.69972416499638</c:v>
                </c:pt>
                <c:pt idx="68">
                  <c:v>576.63728833886603</c:v>
                </c:pt>
                <c:pt idx="69">
                  <c:v>584.67159604655876</c:v>
                </c:pt>
                <c:pt idx="70">
                  <c:v>582.30965287775552</c:v>
                </c:pt>
                <c:pt idx="71">
                  <c:v>607.26793824019819</c:v>
                </c:pt>
                <c:pt idx="72">
                  <c:v>556.63515055641858</c:v>
                </c:pt>
                <c:pt idx="73">
                  <c:v>551.31312973026331</c:v>
                </c:pt>
                <c:pt idx="74">
                  <c:v>587.78703572671589</c:v>
                </c:pt>
                <c:pt idx="75">
                  <c:v>545.04678931114586</c:v>
                </c:pt>
                <c:pt idx="76">
                  <c:v>580.21913721188753</c:v>
                </c:pt>
                <c:pt idx="77">
                  <c:v>556.11020877746932</c:v>
                </c:pt>
                <c:pt idx="78">
                  <c:v>214.94423547053256</c:v>
                </c:pt>
                <c:pt idx="79">
                  <c:v>564.30975010285351</c:v>
                </c:pt>
                <c:pt idx="80">
                  <c:v>586.26703158819123</c:v>
                </c:pt>
                <c:pt idx="81">
                  <c:v>566.62824196066367</c:v>
                </c:pt>
                <c:pt idx="82">
                  <c:v>520.06149158066785</c:v>
                </c:pt>
                <c:pt idx="83">
                  <c:v>612.74906423104414</c:v>
                </c:pt>
                <c:pt idx="84">
                  <c:v>606.35176551976258</c:v>
                </c:pt>
                <c:pt idx="85">
                  <c:v>552.04209583517843</c:v>
                </c:pt>
                <c:pt idx="86">
                  <c:v>592.91959634691773</c:v>
                </c:pt>
                <c:pt idx="87">
                  <c:v>616.02781224916816</c:v>
                </c:pt>
                <c:pt idx="88">
                  <c:v>504.50105331154123</c:v>
                </c:pt>
                <c:pt idx="89">
                  <c:v>599.97593123367903</c:v>
                </c:pt>
                <c:pt idx="90">
                  <c:v>542.93900807287071</c:v>
                </c:pt>
                <c:pt idx="91">
                  <c:v>580.14548368182557</c:v>
                </c:pt>
                <c:pt idx="92">
                  <c:v>569.75489624691556</c:v>
                </c:pt>
                <c:pt idx="93">
                  <c:v>555.17903403429659</c:v>
                </c:pt>
                <c:pt idx="94">
                  <c:v>591.75507626118781</c:v>
                </c:pt>
                <c:pt idx="95">
                  <c:v>552.32114573786305</c:v>
                </c:pt>
                <c:pt idx="96">
                  <c:v>553.66726086788492</c:v>
                </c:pt>
                <c:pt idx="97">
                  <c:v>594.18289940768295</c:v>
                </c:pt>
                <c:pt idx="98">
                  <c:v>588.97786270431334</c:v>
                </c:pt>
                <c:pt idx="99">
                  <c:v>569.82760584202117</c:v>
                </c:pt>
                <c:pt idx="100">
                  <c:v>582.32392661621952</c:v>
                </c:pt>
                <c:pt idx="101">
                  <c:v>603.18058067640573</c:v>
                </c:pt>
                <c:pt idx="102">
                  <c:v>509.31268888728948</c:v>
                </c:pt>
                <c:pt idx="103">
                  <c:v>552.64218565569001</c:v>
                </c:pt>
                <c:pt idx="104">
                  <c:v>592.20887446725533</c:v>
                </c:pt>
                <c:pt idx="105">
                  <c:v>594.07200861658339</c:v>
                </c:pt>
                <c:pt idx="106">
                  <c:v>619.05461115239507</c:v>
                </c:pt>
                <c:pt idx="107">
                  <c:v>513.3666240941152</c:v>
                </c:pt>
                <c:pt idx="108">
                  <c:v>221.95212059295295</c:v>
                </c:pt>
                <c:pt idx="109">
                  <c:v>563.82764220798026</c:v>
                </c:pt>
                <c:pt idx="110">
                  <c:v>559.18899429837916</c:v>
                </c:pt>
                <c:pt idx="111">
                  <c:v>550.73234366815927</c:v>
                </c:pt>
                <c:pt idx="112">
                  <c:v>487.99953399003397</c:v>
                </c:pt>
                <c:pt idx="113">
                  <c:v>574.11797246639526</c:v>
                </c:pt>
                <c:pt idx="114">
                  <c:v>528.00713587169491</c:v>
                </c:pt>
                <c:pt idx="115">
                  <c:v>597.46465217067509</c:v>
                </c:pt>
                <c:pt idx="116">
                  <c:v>552.84942911438861</c:v>
                </c:pt>
                <c:pt idx="117">
                  <c:v>594.48323490316534</c:v>
                </c:pt>
                <c:pt idx="118">
                  <c:v>547.67744468211913</c:v>
                </c:pt>
                <c:pt idx="119">
                  <c:v>417.5001492765835</c:v>
                </c:pt>
                <c:pt idx="120">
                  <c:v>568.37977519054527</c:v>
                </c:pt>
                <c:pt idx="121">
                  <c:v>584.6174698373369</c:v>
                </c:pt>
                <c:pt idx="122">
                  <c:v>549.73722375201476</c:v>
                </c:pt>
                <c:pt idx="123">
                  <c:v>620.67194657433481</c:v>
                </c:pt>
                <c:pt idx="124">
                  <c:v>615.47028795795006</c:v>
                </c:pt>
                <c:pt idx="125">
                  <c:v>597.58407914744907</c:v>
                </c:pt>
                <c:pt idx="126">
                  <c:v>525.04575296685732</c:v>
                </c:pt>
                <c:pt idx="127">
                  <c:v>622.47453723565593</c:v>
                </c:pt>
                <c:pt idx="128">
                  <c:v>575.1488537833377</c:v>
                </c:pt>
                <c:pt idx="129">
                  <c:v>530.88082819142801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F00-471F-B0DF-FC6834429B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33090288"/>
        <c:axId val="1327351760"/>
      </c:scatterChart>
      <c:valAx>
        <c:axId val="1333090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Compton Angle (θ)</a:t>
                </a:r>
                <a:r>
                  <a:rPr lang="en-US"/>
                  <a:t>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7351760"/>
        <c:crosses val="autoZero"/>
        <c:crossBetween val="midCat"/>
      </c:valAx>
      <c:valAx>
        <c:axId val="132735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E(keV)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30902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77018810148732"/>
          <c:y val="5.1504082822980468E-2"/>
          <c:w val="0.52126268591426073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81714785651793"/>
          <c:y val="0.16203703703703703"/>
          <c:w val="0.81229396325459313"/>
          <c:h val="0.637599883347914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Scatter_Volume_3!$X$1</c:f>
              <c:strCache>
                <c:ptCount val="1"/>
                <c:pt idx="0">
                  <c:v>detector_k_keV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Scatter_Volume_3!$R$2:$R$131</c:f>
              <c:numCache>
                <c:formatCode>General</c:formatCode>
                <c:ptCount val="130"/>
                <c:pt idx="0">
                  <c:v>85.271925041978449</c:v>
                </c:pt>
                <c:pt idx="1">
                  <c:v>40.113801646415872</c:v>
                </c:pt>
                <c:pt idx="2">
                  <c:v>34.510091760395397</c:v>
                </c:pt>
                <c:pt idx="3">
                  <c:v>29.73951499270169</c:v>
                </c:pt>
                <c:pt idx="4">
                  <c:v>25.214725510142941</c:v>
                </c:pt>
                <c:pt idx="5">
                  <c:v>23.038510252414898</c:v>
                </c:pt>
                <c:pt idx="6">
                  <c:v>26.90230281151435</c:v>
                </c:pt>
                <c:pt idx="7">
                  <c:v>25.704911755947698</c:v>
                </c:pt>
                <c:pt idx="8">
                  <c:v>36.319635914666662</c:v>
                </c:pt>
                <c:pt idx="9">
                  <c:v>34.589757190105878</c:v>
                </c:pt>
                <c:pt idx="10">
                  <c:v>37.955047501562717</c:v>
                </c:pt>
                <c:pt idx="11">
                  <c:v>20.803735999154121</c:v>
                </c:pt>
                <c:pt idx="12">
                  <c:v>22.23281636437731</c:v>
                </c:pt>
                <c:pt idx="13">
                  <c:v>19.76997252216254</c:v>
                </c:pt>
                <c:pt idx="14">
                  <c:v>18.679865703706291</c:v>
                </c:pt>
                <c:pt idx="15">
                  <c:v>22.1221353678024</c:v>
                </c:pt>
                <c:pt idx="16">
                  <c:v>24.538279555362131</c:v>
                </c:pt>
                <c:pt idx="17">
                  <c:v>38.19229930694997</c:v>
                </c:pt>
                <c:pt idx="18">
                  <c:v>40.15061130973811</c:v>
                </c:pt>
                <c:pt idx="19">
                  <c:v>26.657481623661329</c:v>
                </c:pt>
                <c:pt idx="20">
                  <c:v>22.280227236310179</c:v>
                </c:pt>
                <c:pt idx="21">
                  <c:v>32.774631231013018</c:v>
                </c:pt>
                <c:pt idx="22">
                  <c:v>19.670277347808341</c:v>
                </c:pt>
                <c:pt idx="23">
                  <c:v>27.686943852388641</c:v>
                </c:pt>
                <c:pt idx="24">
                  <c:v>161.19653891102311</c:v>
                </c:pt>
                <c:pt idx="25">
                  <c:v>18.135795108694172</c:v>
                </c:pt>
                <c:pt idx="26">
                  <c:v>39.157344880337988</c:v>
                </c:pt>
                <c:pt idx="27">
                  <c:v>27.063004459834509</c:v>
                </c:pt>
                <c:pt idx="28">
                  <c:v>27.42341666809434</c:v>
                </c:pt>
                <c:pt idx="29">
                  <c:v>33.005655181510953</c:v>
                </c:pt>
                <c:pt idx="30">
                  <c:v>36.907180475570428</c:v>
                </c:pt>
                <c:pt idx="31">
                  <c:v>29.778588370569281</c:v>
                </c:pt>
                <c:pt idx="32">
                  <c:v>38.756064732300523</c:v>
                </c:pt>
                <c:pt idx="33">
                  <c:v>36.445566699663921</c:v>
                </c:pt>
                <c:pt idx="34">
                  <c:v>33.268451819972597</c:v>
                </c:pt>
                <c:pt idx="35">
                  <c:v>37.656896824645642</c:v>
                </c:pt>
                <c:pt idx="36">
                  <c:v>39.048238581033168</c:v>
                </c:pt>
                <c:pt idx="37">
                  <c:v>27.483703168003021</c:v>
                </c:pt>
                <c:pt idx="38">
                  <c:v>33.625002281693853</c:v>
                </c:pt>
                <c:pt idx="39">
                  <c:v>35.444167918262359</c:v>
                </c:pt>
                <c:pt idx="40">
                  <c:v>34.846434905788747</c:v>
                </c:pt>
                <c:pt idx="41">
                  <c:v>28.519721175301392</c:v>
                </c:pt>
                <c:pt idx="42">
                  <c:v>41.011444199575728</c:v>
                </c:pt>
                <c:pt idx="43">
                  <c:v>33.596924940002069</c:v>
                </c:pt>
                <c:pt idx="44">
                  <c:v>26.609302588432168</c:v>
                </c:pt>
                <c:pt idx="45">
                  <c:v>30.12635164384508</c:v>
                </c:pt>
                <c:pt idx="46">
                  <c:v>28.412048641459091</c:v>
                </c:pt>
                <c:pt idx="47">
                  <c:v>21.368077109398619</c:v>
                </c:pt>
                <c:pt idx="48">
                  <c:v>33.579930200495653</c:v>
                </c:pt>
                <c:pt idx="49">
                  <c:v>25.846882605295601</c:v>
                </c:pt>
                <c:pt idx="50">
                  <c:v>31.03675005453232</c:v>
                </c:pt>
                <c:pt idx="51">
                  <c:v>40.345854075791912</c:v>
                </c:pt>
                <c:pt idx="52">
                  <c:v>26.083067540464292</c:v>
                </c:pt>
                <c:pt idx="53">
                  <c:v>23.595522705782312</c:v>
                </c:pt>
                <c:pt idx="54">
                  <c:v>29.885499263251969</c:v>
                </c:pt>
                <c:pt idx="55">
                  <c:v>34.272756438621897</c:v>
                </c:pt>
                <c:pt idx="56">
                  <c:v>37.860553610543121</c:v>
                </c:pt>
                <c:pt idx="57">
                  <c:v>25.39052981694326</c:v>
                </c:pt>
                <c:pt idx="58">
                  <c:v>25.19329048282659</c:v>
                </c:pt>
                <c:pt idx="59">
                  <c:v>31.13743914566858</c:v>
                </c:pt>
                <c:pt idx="60">
                  <c:v>39.517471399918861</c:v>
                </c:pt>
                <c:pt idx="61">
                  <c:v>28.172670302105541</c:v>
                </c:pt>
                <c:pt idx="62">
                  <c:v>23.509253223739549</c:v>
                </c:pt>
                <c:pt idx="63">
                  <c:v>39.590712229903559</c:v>
                </c:pt>
                <c:pt idx="64">
                  <c:v>34.142328458577481</c:v>
                </c:pt>
                <c:pt idx="65">
                  <c:v>27.63099444532633</c:v>
                </c:pt>
                <c:pt idx="66">
                  <c:v>22.824480006289409</c:v>
                </c:pt>
                <c:pt idx="67">
                  <c:v>39.527846148805217</c:v>
                </c:pt>
                <c:pt idx="68">
                  <c:v>27.65838576169136</c:v>
                </c:pt>
                <c:pt idx="69">
                  <c:v>26.115515152060588</c:v>
                </c:pt>
                <c:pt idx="70">
                  <c:v>26.573229755810289</c:v>
                </c:pt>
                <c:pt idx="71">
                  <c:v>21.498115585860909</c:v>
                </c:pt>
                <c:pt idx="72">
                  <c:v>31.36297747542746</c:v>
                </c:pt>
                <c:pt idx="73">
                  <c:v>32.325348693621883</c:v>
                </c:pt>
                <c:pt idx="74">
                  <c:v>25.50591503832953</c:v>
                </c:pt>
                <c:pt idx="75">
                  <c:v>33.449794901117329</c:v>
                </c:pt>
                <c:pt idx="76">
                  <c:v>26.97537140940435</c:v>
                </c:pt>
                <c:pt idx="77">
                  <c:v>31.45824518663073</c:v>
                </c:pt>
                <c:pt idx="78">
                  <c:v>127.26176888017839</c:v>
                </c:pt>
                <c:pt idx="79">
                  <c:v>29.960227664197419</c:v>
                </c:pt>
                <c:pt idx="80">
                  <c:v>25.804201405217899</c:v>
                </c:pt>
                <c:pt idx="81">
                  <c:v>29.532357193363751</c:v>
                </c:pt>
                <c:pt idx="82">
                  <c:v>37.877317563658828</c:v>
                </c:pt>
                <c:pt idx="83">
                  <c:v>20.288802203686359</c:v>
                </c:pt>
                <c:pt idx="84">
                  <c:v>21.69602997307209</c:v>
                </c:pt>
                <c:pt idx="85">
                  <c:v>32.193966412460803</c:v>
                </c:pt>
                <c:pt idx="86">
                  <c:v>24.485470718059581</c:v>
                </c:pt>
                <c:pt idx="87">
                  <c:v>19.54220962985837</c:v>
                </c:pt>
                <c:pt idx="88">
                  <c:v>40.621998030946372</c:v>
                </c:pt>
                <c:pt idx="89">
                  <c:v>23.04429730110758</c:v>
                </c:pt>
                <c:pt idx="90">
                  <c:v>33.826255036635558</c:v>
                </c:pt>
                <c:pt idx="91">
                  <c:v>26.98949102355423</c:v>
                </c:pt>
                <c:pt idx="92">
                  <c:v>28.95189597293092</c:v>
                </c:pt>
                <c:pt idx="93">
                  <c:v>31.627043775729181</c:v>
                </c:pt>
                <c:pt idx="94">
                  <c:v>24.718886694821709</c:v>
                </c:pt>
                <c:pt idx="95">
                  <c:v>32.143638268890612</c:v>
                </c:pt>
                <c:pt idx="96">
                  <c:v>31.900581479560529</c:v>
                </c:pt>
                <c:pt idx="97">
                  <c:v>24.230919688461238</c:v>
                </c:pt>
                <c:pt idx="98">
                  <c:v>25.271024233694561</c:v>
                </c:pt>
                <c:pt idx="99">
                  <c:v>28.938347705634332</c:v>
                </c:pt>
                <c:pt idx="100">
                  <c:v>26.570474610181542</c:v>
                </c:pt>
                <c:pt idx="101">
                  <c:v>22.372698617138351</c:v>
                </c:pt>
                <c:pt idx="102">
                  <c:v>39.772523313064333</c:v>
                </c:pt>
                <c:pt idx="103">
                  <c:v>32.085712845885261</c:v>
                </c:pt>
                <c:pt idx="104">
                  <c:v>24.62806519368872</c:v>
                </c:pt>
                <c:pt idx="105">
                  <c:v>24.25332070650153</c:v>
                </c:pt>
                <c:pt idx="106">
                  <c:v>18.83519776676382</c:v>
                </c:pt>
                <c:pt idx="107">
                  <c:v>39.057561447114992</c:v>
                </c:pt>
                <c:pt idx="108">
                  <c:v>122.03214876758661</c:v>
                </c:pt>
                <c:pt idx="109">
                  <c:v>30.048941980505251</c:v>
                </c:pt>
                <c:pt idx="110">
                  <c:v>30.898326844651471</c:v>
                </c:pt>
                <c:pt idx="111">
                  <c:v>32.429932298872878</c:v>
                </c:pt>
                <c:pt idx="112">
                  <c:v>43.550184316118951</c:v>
                </c:pt>
                <c:pt idx="113">
                  <c:v>28.13458983622041</c:v>
                </c:pt>
                <c:pt idx="114">
                  <c:v>36.475284509600911</c:v>
                </c:pt>
                <c:pt idx="115">
                  <c:v>23.562781122051881</c:v>
                </c:pt>
                <c:pt idx="116">
                  <c:v>32.048305923728442</c:v>
                </c:pt>
                <c:pt idx="117">
                  <c:v>24.170193118832621</c:v>
                </c:pt>
                <c:pt idx="118">
                  <c:v>32.978762861378961</c:v>
                </c:pt>
                <c:pt idx="119">
                  <c:v>56.773398189593067</c:v>
                </c:pt>
                <c:pt idx="120">
                  <c:v>29.207694211572331</c:v>
                </c:pt>
                <c:pt idx="121">
                  <c:v>26.126045757779419</c:v>
                </c:pt>
                <c:pt idx="122">
                  <c:v>32.608941642894692</c:v>
                </c:pt>
                <c:pt idx="123">
                  <c:v>18.449662959810151</c:v>
                </c:pt>
                <c:pt idx="124">
                  <c:v>19.670512035485238</c:v>
                </c:pt>
                <c:pt idx="125">
                  <c:v>23.538270443896149</c:v>
                </c:pt>
                <c:pt idx="126">
                  <c:v>36.998162786984473</c:v>
                </c:pt>
                <c:pt idx="127">
                  <c:v>18.01303108739264</c:v>
                </c:pt>
                <c:pt idx="128">
                  <c:v>27.94013016601756</c:v>
                </c:pt>
                <c:pt idx="129">
                  <c:v>35.967323676734203</c:v>
                </c:pt>
              </c:numCache>
            </c:numRef>
          </c:xVal>
          <c:yVal>
            <c:numRef>
              <c:f>Scatter_Volume_3!$X$2:$X$131</c:f>
              <c:numCache>
                <c:formatCode>General</c:formatCode>
                <c:ptCount val="130"/>
                <c:pt idx="0">
                  <c:v>170.03615060456031</c:v>
                </c:pt>
                <c:pt idx="1">
                  <c:v>170.03615060456031</c:v>
                </c:pt>
                <c:pt idx="2">
                  <c:v>442.34484028648268</c:v>
                </c:pt>
                <c:pt idx="3">
                  <c:v>384.47453074144289</c:v>
                </c:pt>
                <c:pt idx="4">
                  <c:v>589.26232613535615</c:v>
                </c:pt>
                <c:pt idx="5">
                  <c:v>600.00366091629667</c:v>
                </c:pt>
                <c:pt idx="6">
                  <c:v>580.59986828176432</c:v>
                </c:pt>
                <c:pt idx="7">
                  <c:v>586.77380225755871</c:v>
                </c:pt>
                <c:pt idx="8">
                  <c:v>198.74798634080591</c:v>
                </c:pt>
                <c:pt idx="9">
                  <c:v>538.65121232621641</c:v>
                </c:pt>
                <c:pt idx="10">
                  <c:v>519.62038029860423</c:v>
                </c:pt>
                <c:pt idx="11">
                  <c:v>610.44011999530971</c:v>
                </c:pt>
                <c:pt idx="12">
                  <c:v>603.84085901427204</c:v>
                </c:pt>
                <c:pt idx="13">
                  <c:v>613.4453538017342</c:v>
                </c:pt>
                <c:pt idx="14">
                  <c:v>619.70901460535379</c:v>
                </c:pt>
                <c:pt idx="15">
                  <c:v>604.36162187277569</c:v>
                </c:pt>
                <c:pt idx="16">
                  <c:v>592.65650589872985</c:v>
                </c:pt>
                <c:pt idx="17">
                  <c:v>518.27461748981193</c:v>
                </c:pt>
                <c:pt idx="18">
                  <c:v>186.24226241583889</c:v>
                </c:pt>
                <c:pt idx="19">
                  <c:v>581.87269039983209</c:v>
                </c:pt>
                <c:pt idx="20">
                  <c:v>603.61730797467908</c:v>
                </c:pt>
                <c:pt idx="21">
                  <c:v>0</c:v>
                </c:pt>
                <c:pt idx="22">
                  <c:v>615.47121776952054</c:v>
                </c:pt>
                <c:pt idx="23">
                  <c:v>576.48654225598216</c:v>
                </c:pt>
                <c:pt idx="24">
                  <c:v>0</c:v>
                </c:pt>
                <c:pt idx="25">
                  <c:v>621.97080147470979</c:v>
                </c:pt>
                <c:pt idx="26">
                  <c:v>512.80044229378143</c:v>
                </c:pt>
                <c:pt idx="27">
                  <c:v>445.45950089518448</c:v>
                </c:pt>
                <c:pt idx="28">
                  <c:v>202.04662815504969</c:v>
                </c:pt>
                <c:pt idx="29">
                  <c:v>547.52726273839301</c:v>
                </c:pt>
                <c:pt idx="30">
                  <c:v>525.56101211885834</c:v>
                </c:pt>
                <c:pt idx="31">
                  <c:v>565.29519518463246</c:v>
                </c:pt>
                <c:pt idx="32">
                  <c:v>360.62542968591782</c:v>
                </c:pt>
                <c:pt idx="33">
                  <c:v>528.17512636823926</c:v>
                </c:pt>
                <c:pt idx="34">
                  <c:v>546.06027183932622</c:v>
                </c:pt>
                <c:pt idx="35">
                  <c:v>521.31132346505831</c:v>
                </c:pt>
                <c:pt idx="36">
                  <c:v>253.36049480292439</c:v>
                </c:pt>
                <c:pt idx="37">
                  <c:v>577.55682230506966</c:v>
                </c:pt>
                <c:pt idx="38">
                  <c:v>546.93522461942518</c:v>
                </c:pt>
                <c:pt idx="39">
                  <c:v>288.4010166698551</c:v>
                </c:pt>
                <c:pt idx="40">
                  <c:v>537.20637954115591</c:v>
                </c:pt>
                <c:pt idx="41">
                  <c:v>572.06780368525312</c:v>
                </c:pt>
                <c:pt idx="42">
                  <c:v>502.2975334198938</c:v>
                </c:pt>
                <c:pt idx="43">
                  <c:v>544.22334420987022</c:v>
                </c:pt>
                <c:pt idx="44">
                  <c:v>582.12255651740634</c:v>
                </c:pt>
                <c:pt idx="45">
                  <c:v>563.40640848012674</c:v>
                </c:pt>
                <c:pt idx="46">
                  <c:v>0</c:v>
                </c:pt>
                <c:pt idx="47">
                  <c:v>607.86693731705429</c:v>
                </c:pt>
                <c:pt idx="48">
                  <c:v>544.31847094938576</c:v>
                </c:pt>
                <c:pt idx="49">
                  <c:v>390.54669565891959</c:v>
                </c:pt>
                <c:pt idx="50">
                  <c:v>540.31347396757735</c:v>
                </c:pt>
                <c:pt idx="51">
                  <c:v>190.45576251778911</c:v>
                </c:pt>
                <c:pt idx="52">
                  <c:v>584.83816333390132</c:v>
                </c:pt>
                <c:pt idx="53">
                  <c:v>414.25816810859851</c:v>
                </c:pt>
                <c:pt idx="54">
                  <c:v>351.88516182559079</c:v>
                </c:pt>
                <c:pt idx="55">
                  <c:v>241.7293410417081</c:v>
                </c:pt>
                <c:pt idx="56">
                  <c:v>520.15633383182364</c:v>
                </c:pt>
                <c:pt idx="57">
                  <c:v>443.85513109675912</c:v>
                </c:pt>
                <c:pt idx="58">
                  <c:v>589.3706010044026</c:v>
                </c:pt>
                <c:pt idx="59">
                  <c:v>557.87594440395628</c:v>
                </c:pt>
                <c:pt idx="60">
                  <c:v>510.75829649135449</c:v>
                </c:pt>
                <c:pt idx="61">
                  <c:v>375.90546322968868</c:v>
                </c:pt>
                <c:pt idx="62">
                  <c:v>597.72525031083183</c:v>
                </c:pt>
                <c:pt idx="63">
                  <c:v>510.34305982830898</c:v>
                </c:pt>
                <c:pt idx="64">
                  <c:v>541.16579008697033</c:v>
                </c:pt>
                <c:pt idx="65">
                  <c:v>576.78150411902743</c:v>
                </c:pt>
                <c:pt idx="66">
                  <c:v>601.03081503284113</c:v>
                </c:pt>
                <c:pt idx="67">
                  <c:v>207.72705874964689</c:v>
                </c:pt>
                <c:pt idx="68">
                  <c:v>576.63712973296526</c:v>
                </c:pt>
                <c:pt idx="69">
                  <c:v>568.76654955887227</c:v>
                </c:pt>
                <c:pt idx="70">
                  <c:v>219.0307762649237</c:v>
                </c:pt>
                <c:pt idx="71">
                  <c:v>607.26783114484704</c:v>
                </c:pt>
                <c:pt idx="72">
                  <c:v>556.6349615768878</c:v>
                </c:pt>
                <c:pt idx="73">
                  <c:v>551.31293310341266</c:v>
                </c:pt>
                <c:pt idx="74">
                  <c:v>587.7868951710966</c:v>
                </c:pt>
                <c:pt idx="75">
                  <c:v>545.04658391404666</c:v>
                </c:pt>
                <c:pt idx="76">
                  <c:v>580.21898431728403</c:v>
                </c:pt>
                <c:pt idx="77">
                  <c:v>556.11001903552517</c:v>
                </c:pt>
                <c:pt idx="78">
                  <c:v>0</c:v>
                </c:pt>
                <c:pt idx="79">
                  <c:v>0</c:v>
                </c:pt>
                <c:pt idx="80">
                  <c:v>586.26688852467953</c:v>
                </c:pt>
                <c:pt idx="81">
                  <c:v>566.6280678335479</c:v>
                </c:pt>
                <c:pt idx="82">
                  <c:v>520.06125373060502</c:v>
                </c:pt>
                <c:pt idx="83">
                  <c:v>612.74896699089663</c:v>
                </c:pt>
                <c:pt idx="84">
                  <c:v>606.35165679599493</c:v>
                </c:pt>
                <c:pt idx="85">
                  <c:v>223.1026704794393</c:v>
                </c:pt>
                <c:pt idx="86">
                  <c:v>386.91685816460091</c:v>
                </c:pt>
                <c:pt idx="87">
                  <c:v>616.02772099683807</c:v>
                </c:pt>
                <c:pt idx="88">
                  <c:v>504.50079728319838</c:v>
                </c:pt>
                <c:pt idx="89">
                  <c:v>599.9758113272336</c:v>
                </c:pt>
                <c:pt idx="90">
                  <c:v>542.93879978263578</c:v>
                </c:pt>
                <c:pt idx="91">
                  <c:v>580.14533066894808</c:v>
                </c:pt>
                <c:pt idx="92">
                  <c:v>287.42856402379078</c:v>
                </c:pt>
                <c:pt idx="93">
                  <c:v>555.17884294430428</c:v>
                </c:pt>
                <c:pt idx="94">
                  <c:v>591.75494232270546</c:v>
                </c:pt>
                <c:pt idx="95">
                  <c:v>552.32095054543913</c:v>
                </c:pt>
                <c:pt idx="96">
                  <c:v>553.66706760122065</c:v>
                </c:pt>
                <c:pt idx="97">
                  <c:v>458.4150248519731</c:v>
                </c:pt>
                <c:pt idx="98">
                  <c:v>588.97772412387053</c:v>
                </c:pt>
                <c:pt idx="99">
                  <c:v>569.82743660601841</c:v>
                </c:pt>
                <c:pt idx="100">
                  <c:v>582.32377711629238</c:v>
                </c:pt>
                <c:pt idx="101">
                  <c:v>603.18046635790074</c:v>
                </c:pt>
                <c:pt idx="102">
                  <c:v>509.31243831342891</c:v>
                </c:pt>
                <c:pt idx="103">
                  <c:v>552.64199092148738</c:v>
                </c:pt>
                <c:pt idx="104">
                  <c:v>241.19892224596811</c:v>
                </c:pt>
                <c:pt idx="105">
                  <c:v>594.07187858875704</c:v>
                </c:pt>
                <c:pt idx="106">
                  <c:v>243.06503459821221</c:v>
                </c:pt>
                <c:pt idx="107">
                  <c:v>513.36637823161198</c:v>
                </c:pt>
                <c:pt idx="108">
                  <c:v>132.57459865067719</c:v>
                </c:pt>
                <c:pt idx="109">
                  <c:v>563.82746385351663</c:v>
                </c:pt>
                <c:pt idx="110">
                  <c:v>559.18880905332844</c:v>
                </c:pt>
                <c:pt idx="111">
                  <c:v>550.73214621781199</c:v>
                </c:pt>
                <c:pt idx="112">
                  <c:v>257.93103850057702</c:v>
                </c:pt>
                <c:pt idx="113">
                  <c:v>574.11780989294527</c:v>
                </c:pt>
                <c:pt idx="114">
                  <c:v>528.00690790583621</c:v>
                </c:pt>
                <c:pt idx="115">
                  <c:v>597.46452793156971</c:v>
                </c:pt>
                <c:pt idx="116">
                  <c:v>489.26536637981388</c:v>
                </c:pt>
                <c:pt idx="117">
                  <c:v>351.24212113186871</c:v>
                </c:pt>
                <c:pt idx="118">
                  <c:v>386.67099554903729</c:v>
                </c:pt>
                <c:pt idx="119">
                  <c:v>0</c:v>
                </c:pt>
                <c:pt idx="120">
                  <c:v>568.37960373296141</c:v>
                </c:pt>
                <c:pt idx="121">
                  <c:v>236.08564171532311</c:v>
                </c:pt>
                <c:pt idx="122">
                  <c:v>549.73702489573952</c:v>
                </c:pt>
                <c:pt idx="123">
                  <c:v>620.67186392192059</c:v>
                </c:pt>
                <c:pt idx="124">
                  <c:v>615.47019568255223</c:v>
                </c:pt>
                <c:pt idx="125">
                  <c:v>597.58395511346805</c:v>
                </c:pt>
                <c:pt idx="126">
                  <c:v>226.61469486647641</c:v>
                </c:pt>
                <c:pt idx="127">
                  <c:v>622.47445795868759</c:v>
                </c:pt>
                <c:pt idx="128">
                  <c:v>575.14869282842892</c:v>
                </c:pt>
                <c:pt idx="129">
                  <c:v>530.88060390056057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F8-4257-9AD5-2A91FB8DC9DE}"/>
            </c:ext>
          </c:extLst>
        </c:ser>
        <c:ser>
          <c:idx val="1"/>
          <c:order val="1"/>
          <c:tx>
            <c:strRef>
              <c:f>Scatter_Volume_3!$Y$1</c:f>
              <c:strCache>
                <c:ptCount val="1"/>
                <c:pt idx="0">
                  <c:v>Energy loss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Scatter_Volume_3!$R$2:$R$131</c:f>
              <c:numCache>
                <c:formatCode>General</c:formatCode>
                <c:ptCount val="130"/>
                <c:pt idx="0">
                  <c:v>85.271925041978449</c:v>
                </c:pt>
                <c:pt idx="1">
                  <c:v>40.113801646415872</c:v>
                </c:pt>
                <c:pt idx="2">
                  <c:v>34.510091760395397</c:v>
                </c:pt>
                <c:pt idx="3">
                  <c:v>29.73951499270169</c:v>
                </c:pt>
                <c:pt idx="4">
                  <c:v>25.214725510142941</c:v>
                </c:pt>
                <c:pt idx="5">
                  <c:v>23.038510252414898</c:v>
                </c:pt>
                <c:pt idx="6">
                  <c:v>26.90230281151435</c:v>
                </c:pt>
                <c:pt idx="7">
                  <c:v>25.704911755947698</c:v>
                </c:pt>
                <c:pt idx="8">
                  <c:v>36.319635914666662</c:v>
                </c:pt>
                <c:pt idx="9">
                  <c:v>34.589757190105878</c:v>
                </c:pt>
                <c:pt idx="10">
                  <c:v>37.955047501562717</c:v>
                </c:pt>
                <c:pt idx="11">
                  <c:v>20.803735999154121</c:v>
                </c:pt>
                <c:pt idx="12">
                  <c:v>22.23281636437731</c:v>
                </c:pt>
                <c:pt idx="13">
                  <c:v>19.76997252216254</c:v>
                </c:pt>
                <c:pt idx="14">
                  <c:v>18.679865703706291</c:v>
                </c:pt>
                <c:pt idx="15">
                  <c:v>22.1221353678024</c:v>
                </c:pt>
                <c:pt idx="16">
                  <c:v>24.538279555362131</c:v>
                </c:pt>
                <c:pt idx="17">
                  <c:v>38.19229930694997</c:v>
                </c:pt>
                <c:pt idx="18">
                  <c:v>40.15061130973811</c:v>
                </c:pt>
                <c:pt idx="19">
                  <c:v>26.657481623661329</c:v>
                </c:pt>
                <c:pt idx="20">
                  <c:v>22.280227236310179</c:v>
                </c:pt>
                <c:pt idx="21">
                  <c:v>32.774631231013018</c:v>
                </c:pt>
                <c:pt idx="22">
                  <c:v>19.670277347808341</c:v>
                </c:pt>
                <c:pt idx="23">
                  <c:v>27.686943852388641</c:v>
                </c:pt>
                <c:pt idx="24">
                  <c:v>161.19653891102311</c:v>
                </c:pt>
                <c:pt idx="25">
                  <c:v>18.135795108694172</c:v>
                </c:pt>
                <c:pt idx="26">
                  <c:v>39.157344880337988</c:v>
                </c:pt>
                <c:pt idx="27">
                  <c:v>27.063004459834509</c:v>
                </c:pt>
                <c:pt idx="28">
                  <c:v>27.42341666809434</c:v>
                </c:pt>
                <c:pt idx="29">
                  <c:v>33.005655181510953</c:v>
                </c:pt>
                <c:pt idx="30">
                  <c:v>36.907180475570428</c:v>
                </c:pt>
                <c:pt idx="31">
                  <c:v>29.778588370569281</c:v>
                </c:pt>
                <c:pt idx="32">
                  <c:v>38.756064732300523</c:v>
                </c:pt>
                <c:pt idx="33">
                  <c:v>36.445566699663921</c:v>
                </c:pt>
                <c:pt idx="34">
                  <c:v>33.268451819972597</c:v>
                </c:pt>
                <c:pt idx="35">
                  <c:v>37.656896824645642</c:v>
                </c:pt>
                <c:pt idx="36">
                  <c:v>39.048238581033168</c:v>
                </c:pt>
                <c:pt idx="37">
                  <c:v>27.483703168003021</c:v>
                </c:pt>
                <c:pt idx="38">
                  <c:v>33.625002281693853</c:v>
                </c:pt>
                <c:pt idx="39">
                  <c:v>35.444167918262359</c:v>
                </c:pt>
                <c:pt idx="40">
                  <c:v>34.846434905788747</c:v>
                </c:pt>
                <c:pt idx="41">
                  <c:v>28.519721175301392</c:v>
                </c:pt>
                <c:pt idx="42">
                  <c:v>41.011444199575728</c:v>
                </c:pt>
                <c:pt idx="43">
                  <c:v>33.596924940002069</c:v>
                </c:pt>
                <c:pt idx="44">
                  <c:v>26.609302588432168</c:v>
                </c:pt>
                <c:pt idx="45">
                  <c:v>30.12635164384508</c:v>
                </c:pt>
                <c:pt idx="46">
                  <c:v>28.412048641459091</c:v>
                </c:pt>
                <c:pt idx="47">
                  <c:v>21.368077109398619</c:v>
                </c:pt>
                <c:pt idx="48">
                  <c:v>33.579930200495653</c:v>
                </c:pt>
                <c:pt idx="49">
                  <c:v>25.846882605295601</c:v>
                </c:pt>
                <c:pt idx="50">
                  <c:v>31.03675005453232</c:v>
                </c:pt>
                <c:pt idx="51">
                  <c:v>40.345854075791912</c:v>
                </c:pt>
                <c:pt idx="52">
                  <c:v>26.083067540464292</c:v>
                </c:pt>
                <c:pt idx="53">
                  <c:v>23.595522705782312</c:v>
                </c:pt>
                <c:pt idx="54">
                  <c:v>29.885499263251969</c:v>
                </c:pt>
                <c:pt idx="55">
                  <c:v>34.272756438621897</c:v>
                </c:pt>
                <c:pt idx="56">
                  <c:v>37.860553610543121</c:v>
                </c:pt>
                <c:pt idx="57">
                  <c:v>25.39052981694326</c:v>
                </c:pt>
                <c:pt idx="58">
                  <c:v>25.19329048282659</c:v>
                </c:pt>
                <c:pt idx="59">
                  <c:v>31.13743914566858</c:v>
                </c:pt>
                <c:pt idx="60">
                  <c:v>39.517471399918861</c:v>
                </c:pt>
                <c:pt idx="61">
                  <c:v>28.172670302105541</c:v>
                </c:pt>
                <c:pt idx="62">
                  <c:v>23.509253223739549</c:v>
                </c:pt>
                <c:pt idx="63">
                  <c:v>39.590712229903559</c:v>
                </c:pt>
                <c:pt idx="64">
                  <c:v>34.142328458577481</c:v>
                </c:pt>
                <c:pt idx="65">
                  <c:v>27.63099444532633</c:v>
                </c:pt>
                <c:pt idx="66">
                  <c:v>22.824480006289409</c:v>
                </c:pt>
                <c:pt idx="67">
                  <c:v>39.527846148805217</c:v>
                </c:pt>
                <c:pt idx="68">
                  <c:v>27.65838576169136</c:v>
                </c:pt>
                <c:pt idx="69">
                  <c:v>26.115515152060588</c:v>
                </c:pt>
                <c:pt idx="70">
                  <c:v>26.573229755810289</c:v>
                </c:pt>
                <c:pt idx="71">
                  <c:v>21.498115585860909</c:v>
                </c:pt>
                <c:pt idx="72">
                  <c:v>31.36297747542746</c:v>
                </c:pt>
                <c:pt idx="73">
                  <c:v>32.325348693621883</c:v>
                </c:pt>
                <c:pt idx="74">
                  <c:v>25.50591503832953</c:v>
                </c:pt>
                <c:pt idx="75">
                  <c:v>33.449794901117329</c:v>
                </c:pt>
                <c:pt idx="76">
                  <c:v>26.97537140940435</c:v>
                </c:pt>
                <c:pt idx="77">
                  <c:v>31.45824518663073</c:v>
                </c:pt>
                <c:pt idx="78">
                  <c:v>127.26176888017839</c:v>
                </c:pt>
                <c:pt idx="79">
                  <c:v>29.960227664197419</c:v>
                </c:pt>
                <c:pt idx="80">
                  <c:v>25.804201405217899</c:v>
                </c:pt>
                <c:pt idx="81">
                  <c:v>29.532357193363751</c:v>
                </c:pt>
                <c:pt idx="82">
                  <c:v>37.877317563658828</c:v>
                </c:pt>
                <c:pt idx="83">
                  <c:v>20.288802203686359</c:v>
                </c:pt>
                <c:pt idx="84">
                  <c:v>21.69602997307209</c:v>
                </c:pt>
                <c:pt idx="85">
                  <c:v>32.193966412460803</c:v>
                </c:pt>
                <c:pt idx="86">
                  <c:v>24.485470718059581</c:v>
                </c:pt>
                <c:pt idx="87">
                  <c:v>19.54220962985837</c:v>
                </c:pt>
                <c:pt idx="88">
                  <c:v>40.621998030946372</c:v>
                </c:pt>
                <c:pt idx="89">
                  <c:v>23.04429730110758</c:v>
                </c:pt>
                <c:pt idx="90">
                  <c:v>33.826255036635558</c:v>
                </c:pt>
                <c:pt idx="91">
                  <c:v>26.98949102355423</c:v>
                </c:pt>
                <c:pt idx="92">
                  <c:v>28.95189597293092</c:v>
                </c:pt>
                <c:pt idx="93">
                  <c:v>31.627043775729181</c:v>
                </c:pt>
                <c:pt idx="94">
                  <c:v>24.718886694821709</c:v>
                </c:pt>
                <c:pt idx="95">
                  <c:v>32.143638268890612</c:v>
                </c:pt>
                <c:pt idx="96">
                  <c:v>31.900581479560529</c:v>
                </c:pt>
                <c:pt idx="97">
                  <c:v>24.230919688461238</c:v>
                </c:pt>
                <c:pt idx="98">
                  <c:v>25.271024233694561</c:v>
                </c:pt>
                <c:pt idx="99">
                  <c:v>28.938347705634332</c:v>
                </c:pt>
                <c:pt idx="100">
                  <c:v>26.570474610181542</c:v>
                </c:pt>
                <c:pt idx="101">
                  <c:v>22.372698617138351</c:v>
                </c:pt>
                <c:pt idx="102">
                  <c:v>39.772523313064333</c:v>
                </c:pt>
                <c:pt idx="103">
                  <c:v>32.085712845885261</c:v>
                </c:pt>
                <c:pt idx="104">
                  <c:v>24.62806519368872</c:v>
                </c:pt>
                <c:pt idx="105">
                  <c:v>24.25332070650153</c:v>
                </c:pt>
                <c:pt idx="106">
                  <c:v>18.83519776676382</c:v>
                </c:pt>
                <c:pt idx="107">
                  <c:v>39.057561447114992</c:v>
                </c:pt>
                <c:pt idx="108">
                  <c:v>122.03214876758661</c:v>
                </c:pt>
                <c:pt idx="109">
                  <c:v>30.048941980505251</c:v>
                </c:pt>
                <c:pt idx="110">
                  <c:v>30.898326844651471</c:v>
                </c:pt>
                <c:pt idx="111">
                  <c:v>32.429932298872878</c:v>
                </c:pt>
                <c:pt idx="112">
                  <c:v>43.550184316118951</c:v>
                </c:pt>
                <c:pt idx="113">
                  <c:v>28.13458983622041</c:v>
                </c:pt>
                <c:pt idx="114">
                  <c:v>36.475284509600911</c:v>
                </c:pt>
                <c:pt idx="115">
                  <c:v>23.562781122051881</c:v>
                </c:pt>
                <c:pt idx="116">
                  <c:v>32.048305923728442</c:v>
                </c:pt>
                <c:pt idx="117">
                  <c:v>24.170193118832621</c:v>
                </c:pt>
                <c:pt idx="118">
                  <c:v>32.978762861378961</c:v>
                </c:pt>
                <c:pt idx="119">
                  <c:v>56.773398189593067</c:v>
                </c:pt>
                <c:pt idx="120">
                  <c:v>29.207694211572331</c:v>
                </c:pt>
                <c:pt idx="121">
                  <c:v>26.126045757779419</c:v>
                </c:pt>
                <c:pt idx="122">
                  <c:v>32.608941642894692</c:v>
                </c:pt>
                <c:pt idx="123">
                  <c:v>18.449662959810151</c:v>
                </c:pt>
                <c:pt idx="124">
                  <c:v>19.670512035485238</c:v>
                </c:pt>
                <c:pt idx="125">
                  <c:v>23.538270443896149</c:v>
                </c:pt>
                <c:pt idx="126">
                  <c:v>36.998162786984473</c:v>
                </c:pt>
                <c:pt idx="127">
                  <c:v>18.01303108739264</c:v>
                </c:pt>
                <c:pt idx="128">
                  <c:v>27.94013016601756</c:v>
                </c:pt>
                <c:pt idx="129">
                  <c:v>35.967323676734203</c:v>
                </c:pt>
              </c:numCache>
            </c:numRef>
          </c:xVal>
          <c:yVal>
            <c:numRef>
              <c:f>Scatter_Volume_3!$Y$2:$Y$131</c:f>
              <c:numCache>
                <c:formatCode>General</c:formatCode>
                <c:ptCount val="130"/>
                <c:pt idx="0">
                  <c:v>491.96384939543969</c:v>
                </c:pt>
                <c:pt idx="1">
                  <c:v>491.96384939543969</c:v>
                </c:pt>
                <c:pt idx="2">
                  <c:v>219.65515971351732</c:v>
                </c:pt>
                <c:pt idx="3">
                  <c:v>277.52546925855711</c:v>
                </c:pt>
                <c:pt idx="4">
                  <c:v>72.737673864643853</c:v>
                </c:pt>
                <c:pt idx="5">
                  <c:v>61.996339083703333</c:v>
                </c:pt>
                <c:pt idx="6">
                  <c:v>81.400131718235684</c:v>
                </c:pt>
                <c:pt idx="7">
                  <c:v>75.226197742441286</c:v>
                </c:pt>
                <c:pt idx="8">
                  <c:v>463.25201365919406</c:v>
                </c:pt>
                <c:pt idx="9">
                  <c:v>123.34878767378359</c:v>
                </c:pt>
                <c:pt idx="10">
                  <c:v>142.37961970139577</c:v>
                </c:pt>
                <c:pt idx="11">
                  <c:v>51.559880004690285</c:v>
                </c:pt>
                <c:pt idx="12">
                  <c:v>58.159140985727959</c:v>
                </c:pt>
                <c:pt idx="13">
                  <c:v>48.5546461982658</c:v>
                </c:pt>
                <c:pt idx="14">
                  <c:v>42.290985394646214</c:v>
                </c:pt>
                <c:pt idx="15">
                  <c:v>57.638378127224314</c:v>
                </c:pt>
                <c:pt idx="16">
                  <c:v>69.343494101270153</c:v>
                </c:pt>
                <c:pt idx="17">
                  <c:v>143.72538251018807</c:v>
                </c:pt>
                <c:pt idx="18">
                  <c:v>475.75773758416108</c:v>
                </c:pt>
                <c:pt idx="19">
                  <c:v>80.127309600167905</c:v>
                </c:pt>
                <c:pt idx="20">
                  <c:v>58.382692025320921</c:v>
                </c:pt>
                <c:pt idx="21">
                  <c:v>662</c:v>
                </c:pt>
                <c:pt idx="22">
                  <c:v>46.528782230479464</c:v>
                </c:pt>
                <c:pt idx="23">
                  <c:v>85.513457744017842</c:v>
                </c:pt>
                <c:pt idx="24">
                  <c:v>662</c:v>
                </c:pt>
                <c:pt idx="25">
                  <c:v>40.029198525290212</c:v>
                </c:pt>
                <c:pt idx="26">
                  <c:v>149.19955770621857</c:v>
                </c:pt>
                <c:pt idx="27">
                  <c:v>216.54049910481552</c:v>
                </c:pt>
                <c:pt idx="28">
                  <c:v>459.95337184495031</c:v>
                </c:pt>
                <c:pt idx="29">
                  <c:v>114.47273726160699</c:v>
                </c:pt>
                <c:pt idx="30">
                  <c:v>136.43898788114166</c:v>
                </c:pt>
                <c:pt idx="31">
                  <c:v>96.704804815367538</c:v>
                </c:pt>
                <c:pt idx="32">
                  <c:v>301.37457031408218</c:v>
                </c:pt>
                <c:pt idx="33">
                  <c:v>133.82487363176074</c:v>
                </c:pt>
                <c:pt idx="34">
                  <c:v>115.93972816067378</c:v>
                </c:pt>
                <c:pt idx="35">
                  <c:v>140.68867653494169</c:v>
                </c:pt>
                <c:pt idx="36">
                  <c:v>408.63950519707561</c:v>
                </c:pt>
                <c:pt idx="37">
                  <c:v>84.443177694930341</c:v>
                </c:pt>
                <c:pt idx="38">
                  <c:v>115.06477538057482</c:v>
                </c:pt>
                <c:pt idx="39">
                  <c:v>373.5989833301449</c:v>
                </c:pt>
                <c:pt idx="40">
                  <c:v>124.79362045884409</c:v>
                </c:pt>
                <c:pt idx="41">
                  <c:v>89.932196314746875</c:v>
                </c:pt>
                <c:pt idx="42">
                  <c:v>159.7024665801062</c:v>
                </c:pt>
                <c:pt idx="43">
                  <c:v>117.77665579012978</c:v>
                </c:pt>
                <c:pt idx="44">
                  <c:v>79.877443482593662</c:v>
                </c:pt>
                <c:pt idx="45">
                  <c:v>98.593591519873257</c:v>
                </c:pt>
                <c:pt idx="46">
                  <c:v>662</c:v>
                </c:pt>
                <c:pt idx="47">
                  <c:v>54.133062682945706</c:v>
                </c:pt>
                <c:pt idx="48">
                  <c:v>117.68152905061424</c:v>
                </c:pt>
                <c:pt idx="49">
                  <c:v>271.45330434108041</c:v>
                </c:pt>
                <c:pt idx="50">
                  <c:v>121.68652603242265</c:v>
                </c:pt>
                <c:pt idx="51">
                  <c:v>471.54423748221086</c:v>
                </c:pt>
                <c:pt idx="52">
                  <c:v>77.161836666098679</c:v>
                </c:pt>
                <c:pt idx="53">
                  <c:v>247.74183189140149</c:v>
                </c:pt>
                <c:pt idx="54">
                  <c:v>310.11483817440921</c:v>
                </c:pt>
                <c:pt idx="55">
                  <c:v>420.2706589582919</c:v>
                </c:pt>
                <c:pt idx="56">
                  <c:v>141.84366616817636</c:v>
                </c:pt>
                <c:pt idx="57">
                  <c:v>218.14486890324088</c:v>
                </c:pt>
                <c:pt idx="58">
                  <c:v>72.629398995597398</c:v>
                </c:pt>
                <c:pt idx="59">
                  <c:v>104.12405559604372</c:v>
                </c:pt>
                <c:pt idx="60">
                  <c:v>151.24170350864551</c:v>
                </c:pt>
                <c:pt idx="61">
                  <c:v>286.09453677031132</c:v>
                </c:pt>
                <c:pt idx="62">
                  <c:v>64.274749689168175</c:v>
                </c:pt>
                <c:pt idx="63">
                  <c:v>151.65694017169102</c:v>
                </c:pt>
                <c:pt idx="64">
                  <c:v>120.83420991302967</c:v>
                </c:pt>
                <c:pt idx="65">
                  <c:v>85.218495880972569</c:v>
                </c:pt>
                <c:pt idx="66">
                  <c:v>60.969184967158867</c:v>
                </c:pt>
                <c:pt idx="67">
                  <c:v>454.27294125035314</c:v>
                </c:pt>
                <c:pt idx="68">
                  <c:v>85.362870267034737</c:v>
                </c:pt>
                <c:pt idx="69">
                  <c:v>93.233450441127729</c:v>
                </c:pt>
                <c:pt idx="70">
                  <c:v>442.9692237350763</c:v>
                </c:pt>
                <c:pt idx="71">
                  <c:v>54.732168855152963</c:v>
                </c:pt>
                <c:pt idx="72">
                  <c:v>105.3650384231122</c:v>
                </c:pt>
                <c:pt idx="73">
                  <c:v>110.68706689658734</c:v>
                </c:pt>
                <c:pt idx="74">
                  <c:v>74.213104828903397</c:v>
                </c:pt>
                <c:pt idx="75">
                  <c:v>116.95341608595334</c:v>
                </c:pt>
                <c:pt idx="76">
                  <c:v>81.781015682715974</c:v>
                </c:pt>
                <c:pt idx="77">
                  <c:v>105.88998096447483</c:v>
                </c:pt>
                <c:pt idx="78">
                  <c:v>662</c:v>
                </c:pt>
                <c:pt idx="79">
                  <c:v>662</c:v>
                </c:pt>
                <c:pt idx="80">
                  <c:v>75.73311147532047</c:v>
                </c:pt>
                <c:pt idx="81">
                  <c:v>95.371932166452098</c:v>
                </c:pt>
                <c:pt idx="82">
                  <c:v>141.93874626939498</c:v>
                </c:pt>
                <c:pt idx="83">
                  <c:v>49.251033009103367</c:v>
                </c:pt>
                <c:pt idx="84">
                  <c:v>55.648343204005073</c:v>
                </c:pt>
                <c:pt idx="85">
                  <c:v>438.89732952056067</c:v>
                </c:pt>
                <c:pt idx="86">
                  <c:v>275.08314183539909</c:v>
                </c:pt>
                <c:pt idx="87">
                  <c:v>45.97227900316193</c:v>
                </c:pt>
                <c:pt idx="88">
                  <c:v>157.49920271680162</c:v>
                </c:pt>
                <c:pt idx="89">
                  <c:v>62.0241886727664</c:v>
                </c:pt>
                <c:pt idx="90">
                  <c:v>119.06120021736422</c:v>
                </c:pt>
                <c:pt idx="91">
                  <c:v>81.854669331051923</c:v>
                </c:pt>
                <c:pt idx="92">
                  <c:v>374.57143597620922</c:v>
                </c:pt>
                <c:pt idx="93">
                  <c:v>106.82115705569572</c:v>
                </c:pt>
                <c:pt idx="94">
                  <c:v>70.24505767729454</c:v>
                </c:pt>
                <c:pt idx="95">
                  <c:v>109.67904945456087</c:v>
                </c:pt>
                <c:pt idx="96">
                  <c:v>108.33293239877935</c:v>
                </c:pt>
                <c:pt idx="97">
                  <c:v>203.5849751480269</c:v>
                </c:pt>
                <c:pt idx="98">
                  <c:v>73.02227587612947</c:v>
                </c:pt>
                <c:pt idx="99">
                  <c:v>92.172563393981591</c:v>
                </c:pt>
                <c:pt idx="100">
                  <c:v>79.676222883707624</c:v>
                </c:pt>
                <c:pt idx="101">
                  <c:v>58.819533642099259</c:v>
                </c:pt>
                <c:pt idx="102">
                  <c:v>152.68756168657109</c:v>
                </c:pt>
                <c:pt idx="103">
                  <c:v>109.35800907851262</c:v>
                </c:pt>
                <c:pt idx="104">
                  <c:v>420.80107775403189</c:v>
                </c:pt>
                <c:pt idx="105">
                  <c:v>67.928121411242955</c:v>
                </c:pt>
                <c:pt idx="106">
                  <c:v>418.93496540178779</c:v>
                </c:pt>
                <c:pt idx="107">
                  <c:v>148.63362176838802</c:v>
                </c:pt>
                <c:pt idx="108">
                  <c:v>529.42540134932278</c:v>
                </c:pt>
                <c:pt idx="109">
                  <c:v>98.172536146483367</c:v>
                </c:pt>
                <c:pt idx="110">
                  <c:v>102.81119094667156</c:v>
                </c:pt>
                <c:pt idx="111">
                  <c:v>111.26785378218801</c:v>
                </c:pt>
                <c:pt idx="112">
                  <c:v>404.06896149942298</c:v>
                </c:pt>
                <c:pt idx="113">
                  <c:v>87.882190107054726</c:v>
                </c:pt>
                <c:pt idx="114">
                  <c:v>133.99309209416379</c:v>
                </c:pt>
                <c:pt idx="115">
                  <c:v>64.535472068430295</c:v>
                </c:pt>
                <c:pt idx="116">
                  <c:v>172.73463362018612</c:v>
                </c:pt>
                <c:pt idx="117">
                  <c:v>310.75787886813129</c:v>
                </c:pt>
                <c:pt idx="118">
                  <c:v>275.32900445096271</c:v>
                </c:pt>
                <c:pt idx="119">
                  <c:v>662</c:v>
                </c:pt>
                <c:pt idx="120">
                  <c:v>93.620396267038586</c:v>
                </c:pt>
                <c:pt idx="121">
                  <c:v>425.91435828467689</c:v>
                </c:pt>
                <c:pt idx="122">
                  <c:v>112.26297510426048</c:v>
                </c:pt>
                <c:pt idx="123">
                  <c:v>41.32813607807941</c:v>
                </c:pt>
                <c:pt idx="124">
                  <c:v>46.52980431744777</c:v>
                </c:pt>
                <c:pt idx="125">
                  <c:v>64.416044886531949</c:v>
                </c:pt>
                <c:pt idx="126">
                  <c:v>435.38530513352362</c:v>
                </c:pt>
                <c:pt idx="127">
                  <c:v>39.525542041312406</c:v>
                </c:pt>
                <c:pt idx="128">
                  <c:v>86.851307171571079</c:v>
                </c:pt>
                <c:pt idx="129">
                  <c:v>131.11939609943943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F8-4257-9AD5-2A91FB8DC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2050416"/>
        <c:axId val="1327441520"/>
      </c:scatterChart>
      <c:valAx>
        <c:axId val="14520504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Compton Angle (θ)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7441520"/>
        <c:crosses val="autoZero"/>
        <c:crossBetween val="midCat"/>
      </c:valAx>
      <c:valAx>
        <c:axId val="1327441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 (keV)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20504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574956255468069"/>
          <c:y val="7.9281860600758258E-2"/>
          <c:w val="0.40294510061242345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7803149606299212E-2"/>
          <c:y val="2.5428331875182269E-2"/>
          <c:w val="0.89653018372703408"/>
          <c:h val="0.8416746864975212"/>
        </c:manualLayout>
      </c:layout>
      <c:scatterChart>
        <c:scatterStyle val="lineMarker"/>
        <c:varyColors val="0"/>
        <c:ser>
          <c:idx val="0"/>
          <c:order val="0"/>
          <c:tx>
            <c:v>Tissue(120)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Scatter_Volume_2!$W$2:$W$121</c:f>
              <c:numCache>
                <c:formatCode>General</c:formatCode>
                <c:ptCount val="120"/>
                <c:pt idx="0">
                  <c:v>16.549952599271759</c:v>
                </c:pt>
                <c:pt idx="1">
                  <c:v>35.655773167372963</c:v>
                </c:pt>
                <c:pt idx="2">
                  <c:v>22.980396617207429</c:v>
                </c:pt>
                <c:pt idx="3">
                  <c:v>34.555164930076323</c:v>
                </c:pt>
                <c:pt idx="4">
                  <c:v>42.028668715198243</c:v>
                </c:pt>
                <c:pt idx="5">
                  <c:v>29.90765847347091</c:v>
                </c:pt>
                <c:pt idx="6">
                  <c:v>88.356347056032448</c:v>
                </c:pt>
                <c:pt idx="8">
                  <c:v>17.665517415743949</c:v>
                </c:pt>
                <c:pt idx="9">
                  <c:v>38.43052427069798</c:v>
                </c:pt>
                <c:pt idx="11">
                  <c:v>21.951845144904109</c:v>
                </c:pt>
                <c:pt idx="12">
                  <c:v>19.59238690618713</c:v>
                </c:pt>
                <c:pt idx="13">
                  <c:v>38.023933252456487</c:v>
                </c:pt>
                <c:pt idx="14">
                  <c:v>28.01900355232539</c:v>
                </c:pt>
                <c:pt idx="15">
                  <c:v>109.97551835025</c:v>
                </c:pt>
                <c:pt idx="16">
                  <c:v>43.416042863426938</c:v>
                </c:pt>
                <c:pt idx="19">
                  <c:v>174.9167839797457</c:v>
                </c:pt>
                <c:pt idx="20">
                  <c:v>26.6983301012</c:v>
                </c:pt>
                <c:pt idx="21">
                  <c:v>31.575921447737741</c:v>
                </c:pt>
                <c:pt idx="23">
                  <c:v>25.550821085948371</c:v>
                </c:pt>
                <c:pt idx="24">
                  <c:v>28.04790222320424</c:v>
                </c:pt>
                <c:pt idx="25">
                  <c:v>35.68222951727892</c:v>
                </c:pt>
                <c:pt idx="26">
                  <c:v>61.602779010256619</c:v>
                </c:pt>
                <c:pt idx="27">
                  <c:v>44.652544160404702</c:v>
                </c:pt>
                <c:pt idx="28">
                  <c:v>26.573196933773669</c:v>
                </c:pt>
                <c:pt idx="29">
                  <c:v>26.243279042483081</c:v>
                </c:pt>
                <c:pt idx="30">
                  <c:v>26.856777043211711</c:v>
                </c:pt>
                <c:pt idx="31">
                  <c:v>25.956266211318319</c:v>
                </c:pt>
                <c:pt idx="32">
                  <c:v>42.813174462516827</c:v>
                </c:pt>
                <c:pt idx="33">
                  <c:v>113.8959203722296</c:v>
                </c:pt>
                <c:pt idx="34">
                  <c:v>28.427554509331781</c:v>
                </c:pt>
                <c:pt idx="35">
                  <c:v>67.469662259862773</c:v>
                </c:pt>
                <c:pt idx="36">
                  <c:v>36.576782799140467</c:v>
                </c:pt>
                <c:pt idx="37">
                  <c:v>24.242188004168469</c:v>
                </c:pt>
                <c:pt idx="38">
                  <c:v>24.050720891513532</c:v>
                </c:pt>
                <c:pt idx="39">
                  <c:v>73.174720460308947</c:v>
                </c:pt>
                <c:pt idx="40">
                  <c:v>114.16223040555479</c:v>
                </c:pt>
                <c:pt idx="41">
                  <c:v>36.585884590159793</c:v>
                </c:pt>
                <c:pt idx="42">
                  <c:v>24.459416549260901</c:v>
                </c:pt>
                <c:pt idx="43">
                  <c:v>60.283194550417569</c:v>
                </c:pt>
                <c:pt idx="44">
                  <c:v>18.353951500675411</c:v>
                </c:pt>
                <c:pt idx="45">
                  <c:v>29.722973992290228</c:v>
                </c:pt>
                <c:pt idx="46">
                  <c:v>31.713399217978971</c:v>
                </c:pt>
                <c:pt idx="47">
                  <c:v>35.526162518214512</c:v>
                </c:pt>
                <c:pt idx="48">
                  <c:v>39.508325356059899</c:v>
                </c:pt>
                <c:pt idx="49">
                  <c:v>30.35114770351823</c:v>
                </c:pt>
                <c:pt idx="50">
                  <c:v>17.37177003800052</c:v>
                </c:pt>
                <c:pt idx="51">
                  <c:v>34.822439548886933</c:v>
                </c:pt>
                <c:pt idx="52">
                  <c:v>96.564879812207963</c:v>
                </c:pt>
                <c:pt idx="53">
                  <c:v>71.292091083910094</c:v>
                </c:pt>
                <c:pt idx="54">
                  <c:v>22.611457339806861</c:v>
                </c:pt>
                <c:pt idx="55">
                  <c:v>81.275850889787961</c:v>
                </c:pt>
                <c:pt idx="56">
                  <c:v>37.585681536766558</c:v>
                </c:pt>
                <c:pt idx="57">
                  <c:v>24.619749670347371</c:v>
                </c:pt>
                <c:pt idx="58">
                  <c:v>30.705388197285949</c:v>
                </c:pt>
                <c:pt idx="59">
                  <c:v>30.705388197285949</c:v>
                </c:pt>
                <c:pt idx="60">
                  <c:v>27.780575605846082</c:v>
                </c:pt>
                <c:pt idx="61">
                  <c:v>27.534511861005289</c:v>
                </c:pt>
                <c:pt idx="62">
                  <c:v>33.890434865754862</c:v>
                </c:pt>
                <c:pt idx="63">
                  <c:v>21.17173872387724</c:v>
                </c:pt>
                <c:pt idx="64">
                  <c:v>26.058966462355102</c:v>
                </c:pt>
                <c:pt idx="65">
                  <c:v>25.904161512699812</c:v>
                </c:pt>
                <c:pt idx="66">
                  <c:v>34.374652964474571</c:v>
                </c:pt>
                <c:pt idx="67">
                  <c:v>56.122398894001307</c:v>
                </c:pt>
                <c:pt idx="68">
                  <c:v>91.96268453257845</c:v>
                </c:pt>
                <c:pt idx="69">
                  <c:v>47.874256789809351</c:v>
                </c:pt>
                <c:pt idx="70">
                  <c:v>37.976047497852242</c:v>
                </c:pt>
                <c:pt idx="71">
                  <c:v>102.3134510826273</c:v>
                </c:pt>
                <c:pt idx="72">
                  <c:v>32.311599600856439</c:v>
                </c:pt>
                <c:pt idx="73">
                  <c:v>47.777070053961168</c:v>
                </c:pt>
                <c:pt idx="74">
                  <c:v>124.10295990626921</c:v>
                </c:pt>
                <c:pt idx="75">
                  <c:v>30.11204892503747</c:v>
                </c:pt>
                <c:pt idx="76">
                  <c:v>102.73569262777281</c:v>
                </c:pt>
                <c:pt idx="77">
                  <c:v>39.977054859645499</c:v>
                </c:pt>
                <c:pt idx="78">
                  <c:v>84.431519556683995</c:v>
                </c:pt>
                <c:pt idx="81">
                  <c:v>31.60279945553383</c:v>
                </c:pt>
                <c:pt idx="82">
                  <c:v>68.126965116851977</c:v>
                </c:pt>
                <c:pt idx="83">
                  <c:v>42.613838265319991</c:v>
                </c:pt>
                <c:pt idx="84">
                  <c:v>36.812065190697211</c:v>
                </c:pt>
                <c:pt idx="85">
                  <c:v>29.381592876669892</c:v>
                </c:pt>
                <c:pt idx="86">
                  <c:v>30.298658703741971</c:v>
                </c:pt>
                <c:pt idx="87">
                  <c:v>80.587206311215354</c:v>
                </c:pt>
                <c:pt idx="88">
                  <c:v>16.39785969500009</c:v>
                </c:pt>
                <c:pt idx="89">
                  <c:v>25.428599550036839</c:v>
                </c:pt>
                <c:pt idx="90">
                  <c:v>24.634815345989189</c:v>
                </c:pt>
                <c:pt idx="92">
                  <c:v>30.734199884305969</c:v>
                </c:pt>
                <c:pt idx="93">
                  <c:v>19.338569143173309</c:v>
                </c:pt>
                <c:pt idx="94">
                  <c:v>102.07819176538089</c:v>
                </c:pt>
                <c:pt idx="95">
                  <c:v>39.676606394823921</c:v>
                </c:pt>
                <c:pt idx="96">
                  <c:v>24.971421141796839</c:v>
                </c:pt>
                <c:pt idx="97">
                  <c:v>15.31734435341647</c:v>
                </c:pt>
                <c:pt idx="98">
                  <c:v>29.980065560223299</c:v>
                </c:pt>
                <c:pt idx="99">
                  <c:v>24.154538602666619</c:v>
                </c:pt>
                <c:pt idx="102">
                  <c:v>22.77448499332905</c:v>
                </c:pt>
                <c:pt idx="103">
                  <c:v>73.746162335307787</c:v>
                </c:pt>
                <c:pt idx="104">
                  <c:v>85.810821120681567</c:v>
                </c:pt>
                <c:pt idx="105">
                  <c:v>39.368317744309607</c:v>
                </c:pt>
                <c:pt idx="106">
                  <c:v>24.493948066816131</c:v>
                </c:pt>
                <c:pt idx="107">
                  <c:v>163.13209981147719</c:v>
                </c:pt>
                <c:pt idx="108">
                  <c:v>26.134965626855369</c:v>
                </c:pt>
                <c:pt idx="111">
                  <c:v>32.754187916888213</c:v>
                </c:pt>
                <c:pt idx="112">
                  <c:v>66.643076057781627</c:v>
                </c:pt>
                <c:pt idx="113">
                  <c:v>33.590074934344877</c:v>
                </c:pt>
                <c:pt idx="114">
                  <c:v>89.085341864128182</c:v>
                </c:pt>
                <c:pt idx="115">
                  <c:v>27.83997796896951</c:v>
                </c:pt>
                <c:pt idx="116">
                  <c:v>30.640326075963589</c:v>
                </c:pt>
                <c:pt idx="117">
                  <c:v>23.533666925177489</c:v>
                </c:pt>
                <c:pt idx="118">
                  <c:v>17.657420566661159</c:v>
                </c:pt>
                <c:pt idx="119">
                  <c:v>27.624326766934178</c:v>
                </c:pt>
              </c:numCache>
            </c:numRef>
          </c:xVal>
          <c:yVal>
            <c:numRef>
              <c:f>Scatter_Volume_2!$AA$2:$AA$121</c:f>
              <c:numCache>
                <c:formatCode>General</c:formatCode>
                <c:ptCount val="120"/>
                <c:pt idx="0">
                  <c:v>3.8404403120476251</c:v>
                </c:pt>
                <c:pt idx="1">
                  <c:v>5.6484720915662185</c:v>
                </c:pt>
                <c:pt idx="2">
                  <c:v>4.8050362090661931</c:v>
                </c:pt>
                <c:pt idx="3">
                  <c:v>5.6249884113602544</c:v>
                </c:pt>
                <c:pt idx="4">
                  <c:v>5.6382041650144146</c:v>
                </c:pt>
                <c:pt idx="5">
                  <c:v>5.4285802608058562</c:v>
                </c:pt>
                <c:pt idx="6">
                  <c:v>2.9336958769074575</c:v>
                </c:pt>
                <c:pt idx="7">
                  <c:v>0</c:v>
                </c:pt>
                <c:pt idx="8">
                  <c:v>4.0343058836885319</c:v>
                </c:pt>
                <c:pt idx="9">
                  <c:v>5.6727766255577601</c:v>
                </c:pt>
                <c:pt idx="10">
                  <c:v>0</c:v>
                </c:pt>
                <c:pt idx="11">
                  <c:v>4.6759258955758005</c:v>
                </c:pt>
                <c:pt idx="12">
                  <c:v>4.3432794787214259</c:v>
                </c:pt>
                <c:pt idx="13">
                  <c:v>5.6721788603394874</c:v>
                </c:pt>
                <c:pt idx="14">
                  <c:v>5.2998784872546389</c:v>
                </c:pt>
                <c:pt idx="15">
                  <c:v>1.8764546299548086</c:v>
                </c:pt>
                <c:pt idx="16">
                  <c:v>5.6075519034733396</c:v>
                </c:pt>
                <c:pt idx="17">
                  <c:v>0</c:v>
                </c:pt>
                <c:pt idx="18">
                  <c:v>0</c:v>
                </c:pt>
                <c:pt idx="19">
                  <c:v>0.10313865143710321</c:v>
                </c:pt>
                <c:pt idx="20">
                  <c:v>5.1918928810666536</c:v>
                </c:pt>
                <c:pt idx="21">
                  <c:v>5.5180636650675563</c:v>
                </c:pt>
                <c:pt idx="22">
                  <c:v>0</c:v>
                </c:pt>
                <c:pt idx="23">
                  <c:v>5.0856928429717758</c:v>
                </c:pt>
                <c:pt idx="24">
                  <c:v>5.3020736280347913</c:v>
                </c:pt>
                <c:pt idx="25">
                  <c:v>5.6489358831571757</c:v>
                </c:pt>
                <c:pt idx="26">
                  <c:v>4.6686704927880092</c:v>
                </c:pt>
                <c:pt idx="27">
                  <c:v>5.5730714369879601</c:v>
                </c:pt>
                <c:pt idx="28">
                  <c:v>5.180875587544242</c:v>
                </c:pt>
                <c:pt idx="29">
                  <c:v>5.1511691893572742</c:v>
                </c:pt>
                <c:pt idx="30">
                  <c:v>5.2056467431917177</c:v>
                </c:pt>
                <c:pt idx="31">
                  <c:v>5.1245457586032996</c:v>
                </c:pt>
                <c:pt idx="32">
                  <c:v>5.6219563329392033</c:v>
                </c:pt>
                <c:pt idx="33">
                  <c:v>1.7205607616123737</c:v>
                </c:pt>
                <c:pt idx="34">
                  <c:v>5.3302526958426215</c:v>
                </c:pt>
                <c:pt idx="35">
                  <c:v>4.2715174355203835</c:v>
                </c:pt>
                <c:pt idx="36">
                  <c:v>5.6619145074587713</c:v>
                </c:pt>
                <c:pt idx="37">
                  <c:v>4.9502643705415768</c:v>
                </c:pt>
                <c:pt idx="38">
                  <c:v>4.929156697943629</c:v>
                </c:pt>
                <c:pt idx="39">
                  <c:v>3.884522564513138</c:v>
                </c:pt>
                <c:pt idx="40">
                  <c:v>1.7103221491648488</c:v>
                </c:pt>
                <c:pt idx="41">
                  <c:v>5.6620199415193948</c:v>
                </c:pt>
                <c:pt idx="42">
                  <c:v>4.9738108747725072</c:v>
                </c:pt>
                <c:pt idx="43">
                  <c:v>4.7558764298387128</c:v>
                </c:pt>
                <c:pt idx="44">
                  <c:v>4.1484993091098223</c:v>
                </c:pt>
                <c:pt idx="45">
                  <c:v>5.41729968249959</c:v>
                </c:pt>
                <c:pt idx="46">
                  <c:v>5.5244601289113975</c:v>
                </c:pt>
                <c:pt idx="47">
                  <c:v>5.646132571960802</c:v>
                </c:pt>
                <c:pt idx="48">
                  <c:v>5.6697380863990272</c:v>
                </c:pt>
                <c:pt idx="49">
                  <c:v>5.4545368302517776</c:v>
                </c:pt>
                <c:pt idx="50">
                  <c:v>3.9843091021813954</c:v>
                </c:pt>
                <c:pt idx="51">
                  <c:v>5.6314525378370073</c:v>
                </c:pt>
                <c:pt idx="52">
                  <c:v>2.4902974567547402</c:v>
                </c:pt>
                <c:pt idx="53">
                  <c:v>4.0113820179227764</c:v>
                </c:pt>
                <c:pt idx="54">
                  <c:v>4.7598353156303261</c:v>
                </c:pt>
                <c:pt idx="55">
                  <c:v>3.3580957387948951</c:v>
                </c:pt>
                <c:pt idx="56">
                  <c:v>5.6704297676882982</c:v>
                </c:pt>
                <c:pt idx="57">
                  <c:v>4.990917148593554</c:v>
                </c:pt>
                <c:pt idx="58">
                  <c:v>5.4741321604978079</c:v>
                </c:pt>
                <c:pt idx="59">
                  <c:v>5.4741321604978079</c:v>
                </c:pt>
                <c:pt idx="60">
                  <c:v>5.2814953314785757</c:v>
                </c:pt>
                <c:pt idx="61">
                  <c:v>5.2620125167036234</c:v>
                </c:pt>
                <c:pt idx="62">
                  <c:v>5.6067430477080666</c:v>
                </c:pt>
                <c:pt idx="63">
                  <c:v>4.5715584091116126</c:v>
                </c:pt>
                <c:pt idx="64">
                  <c:v>5.1341559158107293</c:v>
                </c:pt>
                <c:pt idx="65">
                  <c:v>5.1196343694627453</c:v>
                </c:pt>
                <c:pt idx="66">
                  <c:v>5.6203415369828118</c:v>
                </c:pt>
                <c:pt idx="67">
                  <c:v>5.0201204291806825</c:v>
                </c:pt>
                <c:pt idx="68">
                  <c:v>2.7323407035396721</c:v>
                </c:pt>
                <c:pt idx="69">
                  <c:v>5.4553658339945743</c:v>
                </c:pt>
                <c:pt idx="70">
                  <c:v>5.6720439376898391</c:v>
                </c:pt>
                <c:pt idx="71">
                  <c:v>2.2110495097325544</c:v>
                </c:pt>
                <c:pt idx="72">
                  <c:v>5.5506027211075732</c:v>
                </c:pt>
                <c:pt idx="73">
                  <c:v>5.4594472930876252</c:v>
                </c:pt>
                <c:pt idx="74">
                  <c:v>1.3572819269158249</c:v>
                </c:pt>
                <c:pt idx="75">
                  <c:v>5.4407406841450472</c:v>
                </c:pt>
                <c:pt idx="76">
                  <c:v>2.1915200851792749</c:v>
                </c:pt>
                <c:pt idx="77">
                  <c:v>5.6663912995975059</c:v>
                </c:pt>
                <c:pt idx="78">
                  <c:v>3.1643376321824581</c:v>
                </c:pt>
                <c:pt idx="79">
                  <c:v>0</c:v>
                </c:pt>
                <c:pt idx="80">
                  <c:v>0</c:v>
                </c:pt>
                <c:pt idx="81">
                  <c:v>5.51932572902715</c:v>
                </c:pt>
                <c:pt idx="82">
                  <c:v>4.226662924146364</c:v>
                </c:pt>
                <c:pt idx="83">
                  <c:v>5.6263567540430071</c:v>
                </c:pt>
                <c:pt idx="84">
                  <c:v>5.6644706610006743</c:v>
                </c:pt>
                <c:pt idx="85">
                  <c:v>5.3957120012881337</c:v>
                </c:pt>
                <c:pt idx="86">
                  <c:v>5.4515476928937785</c:v>
                </c:pt>
                <c:pt idx="87">
                  <c:v>3.4013091982655985</c:v>
                </c:pt>
                <c:pt idx="88">
                  <c:v>3.8131756918158861</c:v>
                </c:pt>
                <c:pt idx="89">
                  <c:v>5.0736938269022778</c:v>
                </c:pt>
                <c:pt idx="90">
                  <c:v>4.9925126331501763</c:v>
                </c:pt>
                <c:pt idx="91">
                  <c:v>0</c:v>
                </c:pt>
                <c:pt idx="92">
                  <c:v>5.4756818388438688</c:v>
                </c:pt>
                <c:pt idx="93">
                  <c:v>4.3044824958367025</c:v>
                </c:pt>
                <c:pt idx="94">
                  <c:v>2.2219878170534049</c:v>
                </c:pt>
                <c:pt idx="95">
                  <c:v>5.6686747144762943</c:v>
                </c:pt>
                <c:pt idx="96">
                  <c:v>5.027627557055097</c:v>
                </c:pt>
                <c:pt idx="97">
                  <c:v>3.6138349202772093</c:v>
                </c:pt>
                <c:pt idx="98">
                  <c:v>5.4329270174374455</c:v>
                </c:pt>
                <c:pt idx="99">
                  <c:v>4.9406428993858071</c:v>
                </c:pt>
                <c:pt idx="100">
                  <c:v>0</c:v>
                </c:pt>
                <c:pt idx="101">
                  <c:v>0</c:v>
                </c:pt>
                <c:pt idx="102">
                  <c:v>4.7799618760245597</c:v>
                </c:pt>
                <c:pt idx="103">
                  <c:v>3.8462729692650934</c:v>
                </c:pt>
                <c:pt idx="104">
                  <c:v>3.0819426727682293</c:v>
                </c:pt>
                <c:pt idx="105">
                  <c:v>5.6705035516546607</c:v>
                </c:pt>
                <c:pt idx="106">
                  <c:v>4.9775146923480325</c:v>
                </c:pt>
                <c:pt idx="107">
                  <c:v>0.34751709829420691</c:v>
                </c:pt>
                <c:pt idx="108">
                  <c:v>5.1412074819453055</c:v>
                </c:pt>
                <c:pt idx="109">
                  <c:v>0</c:v>
                </c:pt>
                <c:pt idx="110">
                  <c:v>0</c:v>
                </c:pt>
                <c:pt idx="111">
                  <c:v>5.5681987658983951</c:v>
                </c:pt>
                <c:pt idx="112">
                  <c:v>4.3279198103790497</c:v>
                </c:pt>
                <c:pt idx="113">
                  <c:v>5.5974676883008234</c:v>
                </c:pt>
                <c:pt idx="114">
                  <c:v>2.8921677643014996</c:v>
                </c:pt>
                <c:pt idx="115">
                  <c:v>5.2861208241058604</c:v>
                </c:pt>
                <c:pt idx="116">
                  <c:v>5.4706083731032127</c:v>
                </c:pt>
                <c:pt idx="117">
                  <c:v>4.8704961550334032</c:v>
                </c:pt>
                <c:pt idx="118">
                  <c:v>4.0329379236698664</c:v>
                </c:pt>
                <c:pt idx="119">
                  <c:v>5.2691841807550635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C4A-425A-8EAF-DE9BCC2D07E4}"/>
            </c:ext>
          </c:extLst>
        </c:ser>
        <c:ser>
          <c:idx val="1"/>
          <c:order val="1"/>
          <c:tx>
            <c:v>Tumor(130)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Scatter_Volume_3!$X$2:$X$131</c:f>
              <c:numCache>
                <c:formatCode>General</c:formatCode>
                <c:ptCount val="130"/>
                <c:pt idx="2">
                  <c:v>51.924741886629299</c:v>
                </c:pt>
                <c:pt idx="3">
                  <c:v>63.716271093433107</c:v>
                </c:pt>
                <c:pt idx="4">
                  <c:v>25.214752845200859</c:v>
                </c:pt>
                <c:pt idx="5">
                  <c:v>23.03853516036656</c:v>
                </c:pt>
                <c:pt idx="6">
                  <c:v>26.90233204285795</c:v>
                </c:pt>
                <c:pt idx="7">
                  <c:v>25.70493964048984</c:v>
                </c:pt>
                <c:pt idx="8">
                  <c:v>143.05300443788281</c:v>
                </c:pt>
                <c:pt idx="9">
                  <c:v>34.589795244244442</c:v>
                </c:pt>
                <c:pt idx="10">
                  <c:v>37.955089530371673</c:v>
                </c:pt>
                <c:pt idx="11">
                  <c:v>20.803758434151231</c:v>
                </c:pt>
                <c:pt idx="12">
                  <c:v>22.232840378600319</c:v>
                </c:pt>
                <c:pt idx="13">
                  <c:v>20.131813497888722</c:v>
                </c:pt>
                <c:pt idx="14">
                  <c:v>18.67988580485768</c:v>
                </c:pt>
                <c:pt idx="15">
                  <c:v>22.122159259445581</c:v>
                </c:pt>
                <c:pt idx="16">
                  <c:v>24.538306133864431</c:v>
                </c:pt>
                <c:pt idx="17">
                  <c:v>38.192341618923201</c:v>
                </c:pt>
                <c:pt idx="18">
                  <c:v>166.3692892398368</c:v>
                </c:pt>
                <c:pt idx="19">
                  <c:v>26.657510579097352</c:v>
                </c:pt>
                <c:pt idx="20">
                  <c:v>22.280251303055159</c:v>
                </c:pt>
                <c:pt idx="22">
                  <c:v>19.670298535417171</c:v>
                </c:pt>
                <c:pt idx="23">
                  <c:v>27.686973969919521</c:v>
                </c:pt>
                <c:pt idx="25">
                  <c:v>18.135814614337249</c:v>
                </c:pt>
                <c:pt idx="26">
                  <c:v>39.157388348332198</c:v>
                </c:pt>
                <c:pt idx="27">
                  <c:v>51.334455122758563</c:v>
                </c:pt>
                <c:pt idx="28">
                  <c:v>139.21936384081221</c:v>
                </c:pt>
                <c:pt idx="29">
                  <c:v>33.005691390173567</c:v>
                </c:pt>
                <c:pt idx="30">
                  <c:v>36.907221258506659</c:v>
                </c:pt>
                <c:pt idx="31">
                  <c:v>29.778620865346198</c:v>
                </c:pt>
                <c:pt idx="32">
                  <c:v>69.211421198556877</c:v>
                </c:pt>
                <c:pt idx="33">
                  <c:v>36.445606936181093</c:v>
                </c:pt>
                <c:pt idx="34">
                  <c:v>33.268488333727262</c:v>
                </c:pt>
                <c:pt idx="35">
                  <c:v>37.656938498177347</c:v>
                </c:pt>
                <c:pt idx="36">
                  <c:v>104.1809884357943</c:v>
                </c:pt>
                <c:pt idx="37">
                  <c:v>27.483733055706811</c:v>
                </c:pt>
                <c:pt idx="38">
                  <c:v>33.111801786629108</c:v>
                </c:pt>
                <c:pt idx="39">
                  <c:v>89.996280978687722</c:v>
                </c:pt>
                <c:pt idx="40">
                  <c:v>34.846473260434543</c:v>
                </c:pt>
                <c:pt idx="41">
                  <c:v>28.519752236664761</c:v>
                </c:pt>
                <c:pt idx="42">
                  <c:v>41.011489908271969</c:v>
                </c:pt>
                <c:pt idx="43">
                  <c:v>33.596961835684198</c:v>
                </c:pt>
                <c:pt idx="44">
                  <c:v>26.609331489604539</c:v>
                </c:pt>
                <c:pt idx="45">
                  <c:v>30.126384536066471</c:v>
                </c:pt>
                <c:pt idx="47">
                  <c:v>21.368100167137001</c:v>
                </c:pt>
                <c:pt idx="48">
                  <c:v>33.579967076401203</c:v>
                </c:pt>
                <c:pt idx="49">
                  <c:v>62.388038337576162</c:v>
                </c:pt>
                <c:pt idx="50">
                  <c:v>34.294128338089394</c:v>
                </c:pt>
                <c:pt idx="51">
                  <c:v>155.6625942586177</c:v>
                </c:pt>
                <c:pt idx="52">
                  <c:v>26.08309584964023</c:v>
                </c:pt>
                <c:pt idx="53">
                  <c:v>57.427047582411703</c:v>
                </c:pt>
                <c:pt idx="54">
                  <c:v>71.353704393707517</c:v>
                </c:pt>
                <c:pt idx="55">
                  <c:v>110.0006743320115</c:v>
                </c:pt>
                <c:pt idx="56">
                  <c:v>37.860595526684307</c:v>
                </c:pt>
                <c:pt idx="57">
                  <c:v>51.638080099609773</c:v>
                </c:pt>
                <c:pt idx="58">
                  <c:v>25.19331779388061</c:v>
                </c:pt>
                <c:pt idx="59">
                  <c:v>31.137473197143802</c:v>
                </c:pt>
                <c:pt idx="60">
                  <c:v>39.517515301073487</c:v>
                </c:pt>
                <c:pt idx="61">
                  <c:v>65.636828073285145</c:v>
                </c:pt>
                <c:pt idx="62">
                  <c:v>23.509278655051052</c:v>
                </c:pt>
                <c:pt idx="63">
                  <c:v>39.590756219271761</c:v>
                </c:pt>
                <c:pt idx="64">
                  <c:v>34.142365989884922</c:v>
                </c:pt>
                <c:pt idx="65">
                  <c:v>27.631024499568952</c:v>
                </c:pt>
                <c:pt idx="66">
                  <c:v>22.824504676578531</c:v>
                </c:pt>
                <c:pt idx="67">
                  <c:v>133.47637708402749</c:v>
                </c:pt>
                <c:pt idx="68">
                  <c:v>27.658415846916299</c:v>
                </c:pt>
                <c:pt idx="69">
                  <c:v>29.13582930239027</c:v>
                </c:pt>
                <c:pt idx="70">
                  <c:v>124.13205312550519</c:v>
                </c:pt>
                <c:pt idx="71">
                  <c:v>21.498138787257648</c:v>
                </c:pt>
                <c:pt idx="72">
                  <c:v>31.363011786263328</c:v>
                </c:pt>
                <c:pt idx="73">
                  <c:v>32.325384114401658</c:v>
                </c:pt>
                <c:pt idx="74">
                  <c:v>25.505942699674101</c:v>
                </c:pt>
                <c:pt idx="75">
                  <c:v>33.449831625644748</c:v>
                </c:pt>
                <c:pt idx="76">
                  <c:v>26.975400723149029</c:v>
                </c:pt>
                <c:pt idx="77">
                  <c:v>31.458279607106881</c:v>
                </c:pt>
                <c:pt idx="80">
                  <c:v>25.80422940119081</c:v>
                </c:pt>
                <c:pt idx="81">
                  <c:v>29.532389407121141</c:v>
                </c:pt>
                <c:pt idx="82">
                  <c:v>37.877359499783502</c:v>
                </c:pt>
                <c:pt idx="83">
                  <c:v>20.288824071444679</c:v>
                </c:pt>
                <c:pt idx="84">
                  <c:v>21.696053393231171</c:v>
                </c:pt>
                <c:pt idx="85">
                  <c:v>121.2331604526177</c:v>
                </c:pt>
                <c:pt idx="86">
                  <c:v>63.178904206310953</c:v>
                </c:pt>
                <c:pt idx="87">
                  <c:v>19.542230676800251</c:v>
                </c:pt>
                <c:pt idx="88">
                  <c:v>40.622043266784303</c:v>
                </c:pt>
                <c:pt idx="89">
                  <c:v>23.044322215487789</c:v>
                </c:pt>
                <c:pt idx="90">
                  <c:v>33.826292199359699</c:v>
                </c:pt>
                <c:pt idx="91">
                  <c:v>26.989520353224851</c:v>
                </c:pt>
                <c:pt idx="92">
                  <c:v>90.339750180066233</c:v>
                </c:pt>
                <c:pt idx="93">
                  <c:v>31.627078390596001</c:v>
                </c:pt>
                <c:pt idx="94">
                  <c:v>24.718913475127628</c:v>
                </c:pt>
                <c:pt idx="95">
                  <c:v>32.143673479687131</c:v>
                </c:pt>
                <c:pt idx="96">
                  <c:v>31.900616409781939</c:v>
                </c:pt>
                <c:pt idx="97">
                  <c:v>48.913861799230652</c:v>
                </c:pt>
                <c:pt idx="98">
                  <c:v>25.27105163180784</c:v>
                </c:pt>
                <c:pt idx="99">
                  <c:v>28.93837924276205</c:v>
                </c:pt>
                <c:pt idx="100">
                  <c:v>26.570503467630129</c:v>
                </c:pt>
                <c:pt idx="101">
                  <c:v>22.372722786348291</c:v>
                </c:pt>
                <c:pt idx="102">
                  <c:v>39.77256752158717</c:v>
                </c:pt>
                <c:pt idx="103">
                  <c:v>32.08574798978394</c:v>
                </c:pt>
                <c:pt idx="104">
                  <c:v>110.28437938192531</c:v>
                </c:pt>
                <c:pt idx="105">
                  <c:v>24.253346966882312</c:v>
                </c:pt>
                <c:pt idx="106">
                  <c:v>109.29394725386371</c:v>
                </c:pt>
                <c:pt idx="107">
                  <c:v>39.057604795261263</c:v>
                </c:pt>
                <c:pt idx="109">
                  <c:v>30.048974784202379</c:v>
                </c:pt>
                <c:pt idx="110">
                  <c:v>30.898360621466949</c:v>
                </c:pt>
                <c:pt idx="111">
                  <c:v>32.42996784059617</c:v>
                </c:pt>
                <c:pt idx="112">
                  <c:v>102.07819176538089</c:v>
                </c:pt>
                <c:pt idx="113">
                  <c:v>28.13462046066622</c:v>
                </c:pt>
                <c:pt idx="114">
                  <c:v>36.475324781251679</c:v>
                </c:pt>
                <c:pt idx="115">
                  <c:v>23.56280661293064</c:v>
                </c:pt>
                <c:pt idx="116">
                  <c:v>43.32442521851916</c:v>
                </c:pt>
                <c:pt idx="117">
                  <c:v>71.514393186451699</c:v>
                </c:pt>
                <c:pt idx="118">
                  <c:v>63.232806146601611</c:v>
                </c:pt>
                <c:pt idx="120">
                  <c:v>29.207726055283079</c:v>
                </c:pt>
                <c:pt idx="121">
                  <c:v>113.1142238473611</c:v>
                </c:pt>
                <c:pt idx="122">
                  <c:v>32.608977391778787</c:v>
                </c:pt>
                <c:pt idx="123">
                  <c:v>18.44968280888299</c:v>
                </c:pt>
                <c:pt idx="124">
                  <c:v>19.670533223351899</c:v>
                </c:pt>
                <c:pt idx="125">
                  <c:v>23.538295907497361</c:v>
                </c:pt>
                <c:pt idx="126">
                  <c:v>118.8831872545627</c:v>
                </c:pt>
                <c:pt idx="127">
                  <c:v>18.013050458791021</c:v>
                </c:pt>
                <c:pt idx="128">
                  <c:v>27.94016057013603</c:v>
                </c:pt>
                <c:pt idx="129">
                  <c:v>35.967363348674361</c:v>
                </c:pt>
              </c:numCache>
            </c:numRef>
          </c:xVal>
          <c:yVal>
            <c:numRef>
              <c:f>Scatter_Volume_3!$AD$2:$AD$131</c:f>
              <c:numCache>
                <c:formatCode>General</c:formatCode>
                <c:ptCount val="130"/>
                <c:pt idx="0">
                  <c:v>0</c:v>
                </c:pt>
                <c:pt idx="1">
                  <c:v>0</c:v>
                </c:pt>
                <c:pt idx="2">
                  <c:v>5.2609510113003406</c:v>
                </c:pt>
                <c:pt idx="3">
                  <c:v>4.5268517485762754</c:v>
                </c:pt>
                <c:pt idx="4">
                  <c:v>5.0523789166926907</c:v>
                </c:pt>
                <c:pt idx="5">
                  <c:v>4.8120459000079379</c:v>
                </c:pt>
                <c:pt idx="6">
                  <c:v>5.2095605394520854</c:v>
                </c:pt>
                <c:pt idx="7">
                  <c:v>5.100633714538537</c:v>
                </c:pt>
                <c:pt idx="8">
                  <c:v>0.81094479528051788</c:v>
                </c:pt>
                <c:pt idx="9">
                  <c:v>5.6258538973494572</c:v>
                </c:pt>
                <c:pt idx="10">
                  <c:v>5.6719805754452235</c:v>
                </c:pt>
                <c:pt idx="11">
                  <c:v>4.5203991217067205</c:v>
                </c:pt>
                <c:pt idx="12">
                  <c:v>4.7121572153977196</c:v>
                </c:pt>
                <c:pt idx="13">
                  <c:v>4.4237972651378659</c:v>
                </c:pt>
                <c:pt idx="14">
                  <c:v>4.2010951407023978</c:v>
                </c:pt>
                <c:pt idx="15">
                  <c:v>4.697972178494604</c:v>
                </c:pt>
                <c:pt idx="16">
                  <c:v>4.9822567207976398</c:v>
                </c:pt>
                <c:pt idx="17">
                  <c:v>5.6725449490782784</c:v>
                </c:pt>
                <c:pt idx="18">
                  <c:v>0.27919294938698819</c:v>
                </c:pt>
                <c:pt idx="19">
                  <c:v>5.1883140151096203</c:v>
                </c:pt>
                <c:pt idx="20">
                  <c:v>4.7181992286873644</c:v>
                </c:pt>
                <c:pt idx="21">
                  <c:v>0</c:v>
                </c:pt>
                <c:pt idx="22">
                  <c:v>4.3550718149241305</c:v>
                </c:pt>
                <c:pt idx="23">
                  <c:v>5.2741454492027398</c:v>
                </c:pt>
                <c:pt idx="24">
                  <c:v>0</c:v>
                </c:pt>
                <c:pt idx="25">
                  <c:v>4.1127702846437453</c:v>
                </c:pt>
                <c:pt idx="26">
                  <c:v>5.6714503819487634</c:v>
                </c:pt>
                <c:pt idx="27">
                  <c:v>5.2919557717055712</c:v>
                </c:pt>
                <c:pt idx="28">
                  <c:v>0.9107148275383441</c:v>
                </c:pt>
                <c:pt idx="29">
                  <c:v>5.5775458860766287</c:v>
                </c:pt>
                <c:pt idx="30">
                  <c:v>5.6654048949122533</c:v>
                </c:pt>
                <c:pt idx="31">
                  <c:v>5.4207279342299124</c:v>
                </c:pt>
                <c:pt idx="32">
                  <c:v>4.1527202080717753</c:v>
                </c:pt>
                <c:pt idx="33">
                  <c:v>5.6603361052060848</c:v>
                </c:pt>
                <c:pt idx="34">
                  <c:v>5.5868136428377433</c:v>
                </c:pt>
                <c:pt idx="35">
                  <c:v>5.6707931790761599</c:v>
                </c:pt>
                <c:pt idx="36">
                  <c:v>2.125661149704146</c:v>
                </c:pt>
                <c:pt idx="37">
                  <c:v>5.2579271199208577</c:v>
                </c:pt>
                <c:pt idx="38">
                  <c:v>5.581349090260078</c:v>
                </c:pt>
                <c:pt idx="39">
                  <c:v>2.840861365426707</c:v>
                </c:pt>
                <c:pt idx="40">
                  <c:v>5.6320096048084967</c:v>
                </c:pt>
                <c:pt idx="41">
                  <c:v>5.3369116909468008</c:v>
                </c:pt>
                <c:pt idx="42">
                  <c:v>5.6548572078069652</c:v>
                </c:pt>
                <c:pt idx="43">
                  <c:v>5.5976876393605099</c:v>
                </c:pt>
                <c:pt idx="44">
                  <c:v>5.1840711242918509</c:v>
                </c:pt>
                <c:pt idx="45">
                  <c:v>5.4415808757635302</c:v>
                </c:pt>
                <c:pt idx="46">
                  <c:v>0</c:v>
                </c:pt>
                <c:pt idx="47">
                  <c:v>4.5983523432353275</c:v>
                </c:pt>
                <c:pt idx="48">
                  <c:v>5.597144246650144</c:v>
                </c:pt>
                <c:pt idx="49">
                  <c:v>4.6162411759990079</c:v>
                </c:pt>
                <c:pt idx="50">
                  <c:v>5.618194988109801</c:v>
                </c:pt>
                <c:pt idx="51">
                  <c:v>0.51057212462418744</c:v>
                </c:pt>
                <c:pt idx="52">
                  <c:v>5.1364002855403141</c:v>
                </c:pt>
                <c:pt idx="53">
                  <c:v>4.9394096311707107</c:v>
                </c:pt>
                <c:pt idx="54">
                  <c:v>4.0072122935157193</c:v>
                </c:pt>
                <c:pt idx="55">
                  <c:v>1.875422662930575</c:v>
                </c:pt>
                <c:pt idx="56">
                  <c:v>5.6716622065980662</c:v>
                </c:pt>
                <c:pt idx="57">
                  <c:v>5.276109460015328</c:v>
                </c:pt>
                <c:pt idx="58">
                  <c:v>5.050219867608968</c:v>
                </c:pt>
                <c:pt idx="59">
                  <c:v>5.4966818498728491</c:v>
                </c:pt>
                <c:pt idx="60">
                  <c:v>5.6696840434232785</c:v>
                </c:pt>
                <c:pt idx="61">
                  <c:v>4.39650739609041</c:v>
                </c:pt>
                <c:pt idx="62">
                  <c:v>4.8676693394872022</c:v>
                </c:pt>
                <c:pt idx="63">
                  <c:v>5.6692366776036023</c:v>
                </c:pt>
                <c:pt idx="64">
                  <c:v>5.6140253049745388</c:v>
                </c:pt>
                <c:pt idx="65">
                  <c:v>5.2697162098236197</c:v>
                </c:pt>
                <c:pt idx="66">
                  <c:v>4.7860884408845799</c:v>
                </c:pt>
                <c:pt idx="67">
                  <c:v>1.0694849275172251</c:v>
                </c:pt>
                <c:pt idx="68">
                  <c:v>5.2718880063784672</c:v>
                </c:pt>
                <c:pt idx="69">
                  <c:v>5.3795754461610743</c:v>
                </c:pt>
                <c:pt idx="70">
                  <c:v>1.3563261639372126</c:v>
                </c:pt>
                <c:pt idx="71">
                  <c:v>4.6159025911753471</c:v>
                </c:pt>
                <c:pt idx="72">
                  <c:v>5.5078681300797721</c:v>
                </c:pt>
                <c:pt idx="73">
                  <c:v>5.5511730032418365</c:v>
                </c:pt>
                <c:pt idx="74">
                  <c:v>5.0813024053155074</c:v>
                </c:pt>
                <c:pt idx="75">
                  <c:v>5.5929139414005888</c:v>
                </c:pt>
                <c:pt idx="76">
                  <c:v>5.2158003601672451</c:v>
                </c:pt>
                <c:pt idx="77">
                  <c:v>5.5124737886468393</c:v>
                </c:pt>
                <c:pt idx="78">
                  <c:v>0</c:v>
                </c:pt>
                <c:pt idx="79">
                  <c:v>0</c:v>
                </c:pt>
                <c:pt idx="80">
                  <c:v>5.1101474358275389</c:v>
                </c:pt>
                <c:pt idx="81">
                  <c:v>5.405365991991955</c:v>
                </c:pt>
                <c:pt idx="82">
                  <c:v>5.6717225979983237</c:v>
                </c:pt>
                <c:pt idx="83">
                  <c:v>4.446737558802166</c:v>
                </c:pt>
                <c:pt idx="84">
                  <c:v>4.6423170597283132</c:v>
                </c:pt>
                <c:pt idx="85">
                  <c:v>1.4536664975064193</c:v>
                </c:pt>
                <c:pt idx="86">
                  <c:v>4.5631100724909297</c:v>
                </c:pt>
                <c:pt idx="87">
                  <c:v>4.335659034770508</c:v>
                </c:pt>
                <c:pt idx="88">
                  <c:v>5.659856045846209</c:v>
                </c:pt>
                <c:pt idx="89">
                  <c:v>4.8127419523801942</c:v>
                </c:pt>
                <c:pt idx="90">
                  <c:v>5.6048166723342545</c:v>
                </c:pt>
                <c:pt idx="91">
                  <c:v>5.2170007682492443</c:v>
                </c:pt>
                <c:pt idx="92">
                  <c:v>2.8216859937873369</c:v>
                </c:pt>
                <c:pt idx="93">
                  <c:v>5.520460941903143</c:v>
                </c:pt>
                <c:pt idx="94">
                  <c:v>5.0013812561636506</c:v>
                </c:pt>
                <c:pt idx="95">
                  <c:v>5.543539752670088</c:v>
                </c:pt>
                <c:pt idx="96">
                  <c:v>5.5329363409079821</c:v>
                </c:pt>
                <c:pt idx="97">
                  <c:v>5.4098544841373037</c:v>
                </c:pt>
                <c:pt idx="98">
                  <c:v>5.0580300522987498</c:v>
                </c:pt>
                <c:pt idx="99">
                  <c:v>5.3662476263238528</c:v>
                </c:pt>
                <c:pt idx="100">
                  <c:v>5.1806369341480565</c:v>
                </c:pt>
                <c:pt idx="101">
                  <c:v>4.7299246562148536</c:v>
                </c:pt>
                <c:pt idx="102">
                  <c:v>5.6679987816632229</c:v>
                </c:pt>
                <c:pt idx="103">
                  <c:v>5.5410536861784969</c:v>
                </c:pt>
                <c:pt idx="104">
                  <c:v>1.8638132087803851</c:v>
                </c:pt>
                <c:pt idx="105">
                  <c:v>4.9514843312080234</c:v>
                </c:pt>
                <c:pt idx="106">
                  <c:v>1.9045743037743212</c:v>
                </c:pt>
                <c:pt idx="107">
                  <c:v>5.6718111668751039</c:v>
                </c:pt>
                <c:pt idx="108">
                  <c:v>0</c:v>
                </c:pt>
                <c:pt idx="109">
                  <c:v>5.4370242082871201</c:v>
                </c:pt>
                <c:pt idx="110">
                  <c:v>5.4843856058456515</c:v>
                </c:pt>
                <c:pt idx="111">
                  <c:v>5.5554529885140429</c:v>
                </c:pt>
                <c:pt idx="112">
                  <c:v>2.2219878170534049</c:v>
                </c:pt>
                <c:pt idx="113">
                  <c:v>5.3086180311038671</c:v>
                </c:pt>
                <c:pt idx="114">
                  <c:v>5.6607033550637977</c:v>
                </c:pt>
                <c:pt idx="115">
                  <c:v>4.8738666147749408</c:v>
                </c:pt>
                <c:pt idx="116">
                  <c:v>5.6098455074053009</c:v>
                </c:pt>
                <c:pt idx="117">
                  <c:v>3.9963426894105938</c:v>
                </c:pt>
                <c:pt idx="118">
                  <c:v>4.5594784150399175</c:v>
                </c:pt>
                <c:pt idx="119">
                  <c:v>0</c:v>
                </c:pt>
                <c:pt idx="120">
                  <c:v>5.3843479078669017</c:v>
                </c:pt>
                <c:pt idx="121">
                  <c:v>1.7508670505538122</c:v>
                </c:pt>
                <c:pt idx="122">
                  <c:v>5.5625876265758611</c:v>
                </c:pt>
                <c:pt idx="123">
                  <c:v>4.1640456890261675</c:v>
                </c:pt>
                <c:pt idx="124">
                  <c:v>4.3551072532502415</c:v>
                </c:pt>
                <c:pt idx="125">
                  <c:v>4.8710320845737884</c:v>
                </c:pt>
                <c:pt idx="126">
                  <c:v>1.5358241172303499</c:v>
                </c:pt>
                <c:pt idx="127">
                  <c:v>4.0924768538384759</c:v>
                </c:pt>
                <c:pt idx="128">
                  <c:v>5.2938533458057897</c:v>
                </c:pt>
                <c:pt idx="129">
                  <c:v>5.6536402995142749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C4A-425A-8EAF-DE9BCC2D07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5828032"/>
        <c:axId val="1573462800"/>
      </c:scatterChart>
      <c:valAx>
        <c:axId val="154582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(deg)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462800"/>
        <c:crosses val="autoZero"/>
        <c:crossBetween val="midCat"/>
      </c:valAx>
      <c:valAx>
        <c:axId val="157346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</a:rPr>
                  <a:t>|𝑑𝐸′/𝑑</a:t>
                </a: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𝜃|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58280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3550940507436573"/>
          <c:y val="0.2274300087489064"/>
          <c:w val="0.16449059492563431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81714785651793"/>
          <c:y val="5.0925925925925923E-2"/>
          <c:w val="0.81319225721784771"/>
          <c:h val="0.74350320793234181"/>
        </c:manualLayout>
      </c:layout>
      <c:scatterChart>
        <c:scatterStyle val="lineMarker"/>
        <c:varyColors val="0"/>
        <c:ser>
          <c:idx val="0"/>
          <c:order val="0"/>
          <c:tx>
            <c:v>Tumor(83)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Detector_2_3!$O$2:$O$84</c:f>
              <c:numCache>
                <c:formatCode>General</c:formatCode>
                <c:ptCount val="83"/>
                <c:pt idx="0">
                  <c:v>25.214752845200859</c:v>
                </c:pt>
                <c:pt idx="1">
                  <c:v>23.03853516036656</c:v>
                </c:pt>
                <c:pt idx="2">
                  <c:v>26.90233204285795</c:v>
                </c:pt>
                <c:pt idx="3">
                  <c:v>25.70493964048984</c:v>
                </c:pt>
                <c:pt idx="4">
                  <c:v>34.589795244244442</c:v>
                </c:pt>
                <c:pt idx="5">
                  <c:v>37.955089530371673</c:v>
                </c:pt>
                <c:pt idx="6">
                  <c:v>20.803758434151231</c:v>
                </c:pt>
                <c:pt idx="7">
                  <c:v>22.232840378600319</c:v>
                </c:pt>
                <c:pt idx="8">
                  <c:v>22.122159259445581</c:v>
                </c:pt>
                <c:pt idx="9">
                  <c:v>24.538306133864431</c:v>
                </c:pt>
                <c:pt idx="10">
                  <c:v>38.192341618923201</c:v>
                </c:pt>
                <c:pt idx="11">
                  <c:v>26.657510579097352</c:v>
                </c:pt>
                <c:pt idx="12">
                  <c:v>22.280251303055159</c:v>
                </c:pt>
                <c:pt idx="13">
                  <c:v>19.670298535417171</c:v>
                </c:pt>
                <c:pt idx="14">
                  <c:v>27.686973969919521</c:v>
                </c:pt>
                <c:pt idx="15">
                  <c:v>39.157388348332198</c:v>
                </c:pt>
                <c:pt idx="16">
                  <c:v>33.005691390173567</c:v>
                </c:pt>
                <c:pt idx="17">
                  <c:v>36.907221258506659</c:v>
                </c:pt>
                <c:pt idx="18">
                  <c:v>29.778620865346198</c:v>
                </c:pt>
                <c:pt idx="19">
                  <c:v>36.445606936181093</c:v>
                </c:pt>
                <c:pt idx="20">
                  <c:v>33.268488333727262</c:v>
                </c:pt>
                <c:pt idx="21">
                  <c:v>37.656938498177347</c:v>
                </c:pt>
                <c:pt idx="22">
                  <c:v>27.483733055706811</c:v>
                </c:pt>
                <c:pt idx="23">
                  <c:v>33.111801786629108</c:v>
                </c:pt>
                <c:pt idx="24">
                  <c:v>34.846473260434543</c:v>
                </c:pt>
                <c:pt idx="25">
                  <c:v>28.519752236664761</c:v>
                </c:pt>
                <c:pt idx="26">
                  <c:v>33.596961835684198</c:v>
                </c:pt>
                <c:pt idx="27">
                  <c:v>26.609331489604539</c:v>
                </c:pt>
                <c:pt idx="28">
                  <c:v>30.126384536066471</c:v>
                </c:pt>
                <c:pt idx="29">
                  <c:v>21.368100167137001</c:v>
                </c:pt>
                <c:pt idx="30">
                  <c:v>33.579967076401203</c:v>
                </c:pt>
                <c:pt idx="31">
                  <c:v>26.08309584964023</c:v>
                </c:pt>
                <c:pt idx="32">
                  <c:v>37.860595526684307</c:v>
                </c:pt>
                <c:pt idx="33">
                  <c:v>25.19331779388061</c:v>
                </c:pt>
                <c:pt idx="34">
                  <c:v>31.137473197143802</c:v>
                </c:pt>
                <c:pt idx="35">
                  <c:v>39.517515301073487</c:v>
                </c:pt>
                <c:pt idx="36">
                  <c:v>23.509278655051052</c:v>
                </c:pt>
                <c:pt idx="37">
                  <c:v>39.590756219271761</c:v>
                </c:pt>
                <c:pt idx="38">
                  <c:v>34.142365989884922</c:v>
                </c:pt>
                <c:pt idx="39">
                  <c:v>27.631024499568952</c:v>
                </c:pt>
                <c:pt idx="40">
                  <c:v>22.824504676578531</c:v>
                </c:pt>
                <c:pt idx="41">
                  <c:v>27.658415846916299</c:v>
                </c:pt>
                <c:pt idx="42">
                  <c:v>21.498138787257648</c:v>
                </c:pt>
                <c:pt idx="43">
                  <c:v>31.363011786263328</c:v>
                </c:pt>
                <c:pt idx="44">
                  <c:v>32.325384114401658</c:v>
                </c:pt>
                <c:pt idx="45">
                  <c:v>25.505942699674101</c:v>
                </c:pt>
                <c:pt idx="46">
                  <c:v>33.449831625644748</c:v>
                </c:pt>
                <c:pt idx="47">
                  <c:v>26.975400723149029</c:v>
                </c:pt>
                <c:pt idx="48">
                  <c:v>31.458279607106881</c:v>
                </c:pt>
                <c:pt idx="49">
                  <c:v>25.80422940119081</c:v>
                </c:pt>
                <c:pt idx="50">
                  <c:v>29.532389407121141</c:v>
                </c:pt>
                <c:pt idx="51">
                  <c:v>37.877359499783502</c:v>
                </c:pt>
                <c:pt idx="52">
                  <c:v>20.288824071444679</c:v>
                </c:pt>
                <c:pt idx="53">
                  <c:v>21.696053393231171</c:v>
                </c:pt>
                <c:pt idx="54">
                  <c:v>19.542230676800251</c:v>
                </c:pt>
                <c:pt idx="55">
                  <c:v>40.622043266784303</c:v>
                </c:pt>
                <c:pt idx="56">
                  <c:v>23.044322215487789</c:v>
                </c:pt>
                <c:pt idx="57">
                  <c:v>33.826292199359699</c:v>
                </c:pt>
                <c:pt idx="58">
                  <c:v>26.989520353224851</c:v>
                </c:pt>
                <c:pt idx="59">
                  <c:v>31.627078390596001</c:v>
                </c:pt>
                <c:pt idx="60">
                  <c:v>24.718913475127628</c:v>
                </c:pt>
                <c:pt idx="61">
                  <c:v>32.143673479687131</c:v>
                </c:pt>
                <c:pt idx="62">
                  <c:v>31.900616409781939</c:v>
                </c:pt>
                <c:pt idx="63">
                  <c:v>25.27105163180784</c:v>
                </c:pt>
                <c:pt idx="64">
                  <c:v>28.93837924276205</c:v>
                </c:pt>
                <c:pt idx="65">
                  <c:v>26.570503467630129</c:v>
                </c:pt>
                <c:pt idx="66">
                  <c:v>22.372722786348291</c:v>
                </c:pt>
                <c:pt idx="67">
                  <c:v>39.77256752158717</c:v>
                </c:pt>
                <c:pt idx="68">
                  <c:v>32.08574798978394</c:v>
                </c:pt>
                <c:pt idx="69">
                  <c:v>24.253346966882312</c:v>
                </c:pt>
                <c:pt idx="70">
                  <c:v>39.057604795261263</c:v>
                </c:pt>
                <c:pt idx="71">
                  <c:v>30.048974784202379</c:v>
                </c:pt>
                <c:pt idx="72">
                  <c:v>30.898360621466949</c:v>
                </c:pt>
                <c:pt idx="73">
                  <c:v>32.42996784059617</c:v>
                </c:pt>
                <c:pt idx="74">
                  <c:v>28.13462046066622</c:v>
                </c:pt>
                <c:pt idx="75">
                  <c:v>36.475324781251679</c:v>
                </c:pt>
                <c:pt idx="76">
                  <c:v>23.56280661293064</c:v>
                </c:pt>
                <c:pt idx="77">
                  <c:v>29.207726055283079</c:v>
                </c:pt>
                <c:pt idx="78">
                  <c:v>32.608977391778787</c:v>
                </c:pt>
                <c:pt idx="79">
                  <c:v>19.670533223351899</c:v>
                </c:pt>
                <c:pt idx="80">
                  <c:v>23.538295907497361</c:v>
                </c:pt>
                <c:pt idx="81">
                  <c:v>27.94016057013603</c:v>
                </c:pt>
                <c:pt idx="82">
                  <c:v>35.967363348674361</c:v>
                </c:pt>
              </c:numCache>
            </c:numRef>
          </c:xVal>
          <c:yVal>
            <c:numRef>
              <c:f>Detector_2_3!$S$2:$S$84</c:f>
              <c:numCache>
                <c:formatCode>General</c:formatCode>
                <c:ptCount val="83"/>
                <c:pt idx="0">
                  <c:v>5.0523789166926907</c:v>
                </c:pt>
                <c:pt idx="1">
                  <c:v>4.8120459000079379</c:v>
                </c:pt>
                <c:pt idx="2">
                  <c:v>5.2095605394520854</c:v>
                </c:pt>
                <c:pt idx="3">
                  <c:v>5.100633714538537</c:v>
                </c:pt>
                <c:pt idx="4">
                  <c:v>5.6258538973494572</c:v>
                </c:pt>
                <c:pt idx="5">
                  <c:v>5.6719805754452235</c:v>
                </c:pt>
                <c:pt idx="6">
                  <c:v>4.5203991217067205</c:v>
                </c:pt>
                <c:pt idx="7">
                  <c:v>4.7121572153977196</c:v>
                </c:pt>
                <c:pt idx="8">
                  <c:v>4.697972178494604</c:v>
                </c:pt>
                <c:pt idx="9">
                  <c:v>4.9822567207976398</c:v>
                </c:pt>
                <c:pt idx="10">
                  <c:v>5.6725449490782784</c:v>
                </c:pt>
                <c:pt idx="11">
                  <c:v>5.1883140151096203</c:v>
                </c:pt>
                <c:pt idx="12">
                  <c:v>4.7181992286873644</c:v>
                </c:pt>
                <c:pt idx="13">
                  <c:v>4.3550718149241305</c:v>
                </c:pt>
                <c:pt idx="14">
                  <c:v>5.2741454492027398</c:v>
                </c:pt>
                <c:pt idx="15">
                  <c:v>5.6714503819487634</c:v>
                </c:pt>
                <c:pt idx="16">
                  <c:v>5.5775458860766287</c:v>
                </c:pt>
                <c:pt idx="17">
                  <c:v>5.6654048949122533</c:v>
                </c:pt>
                <c:pt idx="18">
                  <c:v>5.4207279342299124</c:v>
                </c:pt>
                <c:pt idx="19">
                  <c:v>5.6603361052060848</c:v>
                </c:pt>
                <c:pt idx="20">
                  <c:v>5.5868136428377433</c:v>
                </c:pt>
                <c:pt idx="21">
                  <c:v>5.6707931790761599</c:v>
                </c:pt>
                <c:pt idx="22">
                  <c:v>5.2579271199208577</c:v>
                </c:pt>
                <c:pt idx="23">
                  <c:v>5.581349090260078</c:v>
                </c:pt>
                <c:pt idx="24">
                  <c:v>5.6320096048084967</c:v>
                </c:pt>
                <c:pt idx="25">
                  <c:v>5.3369116909468008</c:v>
                </c:pt>
                <c:pt idx="26">
                  <c:v>5.5976876393605099</c:v>
                </c:pt>
                <c:pt idx="27">
                  <c:v>5.1840711242918509</c:v>
                </c:pt>
                <c:pt idx="28">
                  <c:v>5.4415808757635302</c:v>
                </c:pt>
                <c:pt idx="29">
                  <c:v>4.5983523432353275</c:v>
                </c:pt>
                <c:pt idx="30">
                  <c:v>5.597144246650144</c:v>
                </c:pt>
                <c:pt idx="31">
                  <c:v>5.1364002855403141</c:v>
                </c:pt>
                <c:pt idx="32">
                  <c:v>5.6716622065980662</c:v>
                </c:pt>
                <c:pt idx="33">
                  <c:v>5.050219867608968</c:v>
                </c:pt>
                <c:pt idx="34">
                  <c:v>5.4966818498728491</c:v>
                </c:pt>
                <c:pt idx="35">
                  <c:v>5.6696840434232785</c:v>
                </c:pt>
                <c:pt idx="36">
                  <c:v>4.8676693394872022</c:v>
                </c:pt>
                <c:pt idx="37">
                  <c:v>5.6692366776036023</c:v>
                </c:pt>
                <c:pt idx="38">
                  <c:v>5.6140253049745388</c:v>
                </c:pt>
                <c:pt idx="39">
                  <c:v>5.2697162098236197</c:v>
                </c:pt>
                <c:pt idx="40">
                  <c:v>4.7860884408845799</c:v>
                </c:pt>
                <c:pt idx="41">
                  <c:v>5.2718880063784672</c:v>
                </c:pt>
                <c:pt idx="42">
                  <c:v>4.6159025911753471</c:v>
                </c:pt>
                <c:pt idx="43">
                  <c:v>5.5078681300797721</c:v>
                </c:pt>
                <c:pt idx="44">
                  <c:v>5.5511730032418365</c:v>
                </c:pt>
                <c:pt idx="45">
                  <c:v>5.0813024053155074</c:v>
                </c:pt>
                <c:pt idx="46">
                  <c:v>5.5929139414005888</c:v>
                </c:pt>
                <c:pt idx="47">
                  <c:v>5.2158003601672451</c:v>
                </c:pt>
                <c:pt idx="48">
                  <c:v>5.5124737886468393</c:v>
                </c:pt>
                <c:pt idx="49">
                  <c:v>5.1101474358275389</c:v>
                </c:pt>
                <c:pt idx="50">
                  <c:v>5.405365991991955</c:v>
                </c:pt>
                <c:pt idx="51">
                  <c:v>5.6717225979983237</c:v>
                </c:pt>
                <c:pt idx="52">
                  <c:v>4.446737558802166</c:v>
                </c:pt>
                <c:pt idx="53">
                  <c:v>4.6423170597283132</c:v>
                </c:pt>
                <c:pt idx="54">
                  <c:v>4.335659034770508</c:v>
                </c:pt>
                <c:pt idx="55">
                  <c:v>5.659856045846209</c:v>
                </c:pt>
                <c:pt idx="56">
                  <c:v>4.8127419523801942</c:v>
                </c:pt>
                <c:pt idx="57">
                  <c:v>5.6048166723342545</c:v>
                </c:pt>
                <c:pt idx="58">
                  <c:v>5.2170007682492443</c:v>
                </c:pt>
                <c:pt idx="59">
                  <c:v>5.520460941903143</c:v>
                </c:pt>
                <c:pt idx="60">
                  <c:v>5.0013812561636506</c:v>
                </c:pt>
                <c:pt idx="61">
                  <c:v>5.543539752670088</c:v>
                </c:pt>
                <c:pt idx="62">
                  <c:v>5.5329363409079821</c:v>
                </c:pt>
                <c:pt idx="63">
                  <c:v>5.0580300522987498</c:v>
                </c:pt>
                <c:pt idx="64">
                  <c:v>5.3662476263238528</c:v>
                </c:pt>
                <c:pt idx="65">
                  <c:v>5.1806369341480565</c:v>
                </c:pt>
                <c:pt idx="66">
                  <c:v>4.7299246562148536</c:v>
                </c:pt>
                <c:pt idx="67">
                  <c:v>5.6679987816632229</c:v>
                </c:pt>
                <c:pt idx="68">
                  <c:v>5.5410536861784969</c:v>
                </c:pt>
                <c:pt idx="69">
                  <c:v>4.9514843312080234</c:v>
                </c:pt>
                <c:pt idx="70">
                  <c:v>5.6718111668751039</c:v>
                </c:pt>
                <c:pt idx="71">
                  <c:v>5.4370242082871201</c:v>
                </c:pt>
                <c:pt idx="72">
                  <c:v>5.4843856058456515</c:v>
                </c:pt>
                <c:pt idx="73">
                  <c:v>5.5554529885140429</c:v>
                </c:pt>
                <c:pt idx="74">
                  <c:v>5.3086180311038671</c:v>
                </c:pt>
                <c:pt idx="75">
                  <c:v>5.6607033550637977</c:v>
                </c:pt>
                <c:pt idx="76">
                  <c:v>4.8738666147749408</c:v>
                </c:pt>
                <c:pt idx="77">
                  <c:v>5.3843479078669017</c:v>
                </c:pt>
                <c:pt idx="78">
                  <c:v>5.5625876265758611</c:v>
                </c:pt>
                <c:pt idx="79">
                  <c:v>4.3551072532502415</c:v>
                </c:pt>
                <c:pt idx="80">
                  <c:v>4.8710320845737884</c:v>
                </c:pt>
                <c:pt idx="81">
                  <c:v>5.2938533458057897</c:v>
                </c:pt>
                <c:pt idx="82">
                  <c:v>5.6536402995142749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BAB-478D-9343-A4F68C7FE658}"/>
            </c:ext>
          </c:extLst>
        </c:ser>
        <c:ser>
          <c:idx val="1"/>
          <c:order val="1"/>
          <c:tx>
            <c:v>Tissue(61)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Detector_2_3!$E$2:$E$62</c:f>
              <c:numCache>
                <c:formatCode>General</c:formatCode>
                <c:ptCount val="61"/>
                <c:pt idx="0">
                  <c:v>35.655773167372963</c:v>
                </c:pt>
                <c:pt idx="1">
                  <c:v>22.980396617207429</c:v>
                </c:pt>
                <c:pt idx="2">
                  <c:v>34.555164930076323</c:v>
                </c:pt>
                <c:pt idx="3">
                  <c:v>29.90765847347091</c:v>
                </c:pt>
                <c:pt idx="4">
                  <c:v>38.43052427069798</c:v>
                </c:pt>
                <c:pt idx="5">
                  <c:v>21.951845144904109</c:v>
                </c:pt>
                <c:pt idx="6">
                  <c:v>19.59238690618713</c:v>
                </c:pt>
                <c:pt idx="7">
                  <c:v>38.023933252456487</c:v>
                </c:pt>
                <c:pt idx="8">
                  <c:v>28.01900355232539</c:v>
                </c:pt>
                <c:pt idx="9">
                  <c:v>26.6983301012</c:v>
                </c:pt>
                <c:pt idx="10">
                  <c:v>31.575921447737741</c:v>
                </c:pt>
                <c:pt idx="11">
                  <c:v>25.550821085948371</c:v>
                </c:pt>
                <c:pt idx="12">
                  <c:v>28.04790222320424</c:v>
                </c:pt>
                <c:pt idx="13">
                  <c:v>35.68222951727892</c:v>
                </c:pt>
                <c:pt idx="14">
                  <c:v>26.573196933773669</c:v>
                </c:pt>
                <c:pt idx="15">
                  <c:v>26.243279042483081</c:v>
                </c:pt>
                <c:pt idx="16">
                  <c:v>26.856777043211711</c:v>
                </c:pt>
                <c:pt idx="17">
                  <c:v>25.956266211318319</c:v>
                </c:pt>
                <c:pt idx="18">
                  <c:v>28.427554509331781</c:v>
                </c:pt>
                <c:pt idx="19">
                  <c:v>36.576782799140467</c:v>
                </c:pt>
                <c:pt idx="20">
                  <c:v>24.242188004168469</c:v>
                </c:pt>
                <c:pt idx="21">
                  <c:v>24.050720891513532</c:v>
                </c:pt>
                <c:pt idx="22">
                  <c:v>24.459416549260901</c:v>
                </c:pt>
                <c:pt idx="23">
                  <c:v>29.722973992290228</c:v>
                </c:pt>
                <c:pt idx="24">
                  <c:v>35.526162518214512</c:v>
                </c:pt>
                <c:pt idx="25">
                  <c:v>39.508325356059899</c:v>
                </c:pt>
                <c:pt idx="26">
                  <c:v>30.35114770351823</c:v>
                </c:pt>
                <c:pt idx="27">
                  <c:v>22.611457339806861</c:v>
                </c:pt>
                <c:pt idx="28">
                  <c:v>37.585681536766558</c:v>
                </c:pt>
                <c:pt idx="29">
                  <c:v>24.619749670347371</c:v>
                </c:pt>
                <c:pt idx="30">
                  <c:v>30.705388197285949</c:v>
                </c:pt>
                <c:pt idx="31">
                  <c:v>27.780575605846082</c:v>
                </c:pt>
                <c:pt idx="32">
                  <c:v>27.534511861005289</c:v>
                </c:pt>
                <c:pt idx="33">
                  <c:v>33.890434865754862</c:v>
                </c:pt>
                <c:pt idx="34">
                  <c:v>21.17173872387724</c:v>
                </c:pt>
                <c:pt idx="35">
                  <c:v>26.058966462355102</c:v>
                </c:pt>
                <c:pt idx="36">
                  <c:v>25.904161512699812</c:v>
                </c:pt>
                <c:pt idx="37">
                  <c:v>37.976047497852242</c:v>
                </c:pt>
                <c:pt idx="38">
                  <c:v>32.311599600856439</c:v>
                </c:pt>
                <c:pt idx="39">
                  <c:v>30.11204892503747</c:v>
                </c:pt>
                <c:pt idx="40">
                  <c:v>39.977054859645499</c:v>
                </c:pt>
                <c:pt idx="41">
                  <c:v>31.60279945553383</c:v>
                </c:pt>
                <c:pt idx="42">
                  <c:v>36.812065190697211</c:v>
                </c:pt>
                <c:pt idx="43">
                  <c:v>29.381592876669892</c:v>
                </c:pt>
                <c:pt idx="44">
                  <c:v>30.298658703741971</c:v>
                </c:pt>
                <c:pt idx="45">
                  <c:v>25.428599550036839</c:v>
                </c:pt>
                <c:pt idx="46">
                  <c:v>24.634815345989189</c:v>
                </c:pt>
                <c:pt idx="47">
                  <c:v>19.338569143173309</c:v>
                </c:pt>
                <c:pt idx="48">
                  <c:v>39.676606394823921</c:v>
                </c:pt>
                <c:pt idx="49">
                  <c:v>24.971421141796839</c:v>
                </c:pt>
                <c:pt idx="50">
                  <c:v>29.980065560223299</c:v>
                </c:pt>
                <c:pt idx="51">
                  <c:v>24.154538602666619</c:v>
                </c:pt>
                <c:pt idx="52">
                  <c:v>22.77448499332905</c:v>
                </c:pt>
                <c:pt idx="53">
                  <c:v>39.368317744309607</c:v>
                </c:pt>
                <c:pt idx="54">
                  <c:v>24.493948066816131</c:v>
                </c:pt>
                <c:pt idx="55">
                  <c:v>26.134965626855369</c:v>
                </c:pt>
                <c:pt idx="56">
                  <c:v>32.754187916888213</c:v>
                </c:pt>
                <c:pt idx="57">
                  <c:v>27.83997796896951</c:v>
                </c:pt>
                <c:pt idx="58">
                  <c:v>30.640326075963589</c:v>
                </c:pt>
                <c:pt idx="59">
                  <c:v>23.533666925177489</c:v>
                </c:pt>
                <c:pt idx="60">
                  <c:v>27.624326766934178</c:v>
                </c:pt>
              </c:numCache>
            </c:numRef>
          </c:xVal>
          <c:yVal>
            <c:numRef>
              <c:f>Detector_2_3!$I$2:$I$62</c:f>
              <c:numCache>
                <c:formatCode>General</c:formatCode>
                <c:ptCount val="61"/>
                <c:pt idx="0">
                  <c:v>5.6484720915662185</c:v>
                </c:pt>
                <c:pt idx="1">
                  <c:v>0</c:v>
                </c:pt>
                <c:pt idx="2">
                  <c:v>5.6249884113602544</c:v>
                </c:pt>
                <c:pt idx="3">
                  <c:v>5.4285802608058562</c:v>
                </c:pt>
                <c:pt idx="4">
                  <c:v>5.6727766255577601</c:v>
                </c:pt>
                <c:pt idx="5">
                  <c:v>4.6759258955758005</c:v>
                </c:pt>
                <c:pt idx="6">
                  <c:v>4.3432794787214259</c:v>
                </c:pt>
                <c:pt idx="7">
                  <c:v>5.6721788603394874</c:v>
                </c:pt>
                <c:pt idx="8">
                  <c:v>5.2998784872546389</c:v>
                </c:pt>
                <c:pt idx="9">
                  <c:v>5.1918928810666536</c:v>
                </c:pt>
                <c:pt idx="10">
                  <c:v>5.5180636650675563</c:v>
                </c:pt>
                <c:pt idx="11">
                  <c:v>5.0856928429717758</c:v>
                </c:pt>
                <c:pt idx="12">
                  <c:v>5.3020736280347913</c:v>
                </c:pt>
                <c:pt idx="13">
                  <c:v>5.6489358831571757</c:v>
                </c:pt>
                <c:pt idx="14">
                  <c:v>5.180875587544242</c:v>
                </c:pt>
                <c:pt idx="15">
                  <c:v>5.1511691893572742</c:v>
                </c:pt>
                <c:pt idx="16">
                  <c:v>5.2056467431917177</c:v>
                </c:pt>
                <c:pt idx="17">
                  <c:v>5.1245457586032996</c:v>
                </c:pt>
                <c:pt idx="18">
                  <c:v>5.3302526958426215</c:v>
                </c:pt>
                <c:pt idx="19">
                  <c:v>5.6619145074587713</c:v>
                </c:pt>
                <c:pt idx="20">
                  <c:v>4.9502643705415768</c:v>
                </c:pt>
                <c:pt idx="21">
                  <c:v>4.929156697943629</c:v>
                </c:pt>
                <c:pt idx="22">
                  <c:v>4.9738108747725072</c:v>
                </c:pt>
                <c:pt idx="23">
                  <c:v>5.41729968249959</c:v>
                </c:pt>
                <c:pt idx="24">
                  <c:v>5.646132571960802</c:v>
                </c:pt>
                <c:pt idx="25">
                  <c:v>5.6697380863990272</c:v>
                </c:pt>
                <c:pt idx="26">
                  <c:v>5.4545368302517776</c:v>
                </c:pt>
                <c:pt idx="27">
                  <c:v>4.7598353156303261</c:v>
                </c:pt>
                <c:pt idx="28">
                  <c:v>5.6704297676882982</c:v>
                </c:pt>
                <c:pt idx="29">
                  <c:v>4.990917148593554</c:v>
                </c:pt>
                <c:pt idx="30">
                  <c:v>5.4741321604978079</c:v>
                </c:pt>
                <c:pt idx="31">
                  <c:v>5.2814953314785757</c:v>
                </c:pt>
                <c:pt idx="32">
                  <c:v>5.2620125167036234</c:v>
                </c:pt>
                <c:pt idx="33">
                  <c:v>5.6067430477080666</c:v>
                </c:pt>
                <c:pt idx="34">
                  <c:v>4.5715584091116126</c:v>
                </c:pt>
                <c:pt idx="35">
                  <c:v>5.1341559158107293</c:v>
                </c:pt>
                <c:pt idx="36">
                  <c:v>5.1196343694627453</c:v>
                </c:pt>
                <c:pt idx="37">
                  <c:v>5.6720439376898391</c:v>
                </c:pt>
                <c:pt idx="38">
                  <c:v>5.5506027211075732</c:v>
                </c:pt>
                <c:pt idx="39">
                  <c:v>5.4407406841450472</c:v>
                </c:pt>
                <c:pt idx="40">
                  <c:v>5.6663912995975059</c:v>
                </c:pt>
                <c:pt idx="41">
                  <c:v>5.51932572902715</c:v>
                </c:pt>
                <c:pt idx="42">
                  <c:v>5.6644706610006743</c:v>
                </c:pt>
                <c:pt idx="43">
                  <c:v>5.3957120012881337</c:v>
                </c:pt>
                <c:pt idx="44">
                  <c:v>5.4515476928937785</c:v>
                </c:pt>
                <c:pt idx="45">
                  <c:v>5.0736938269022778</c:v>
                </c:pt>
                <c:pt idx="46">
                  <c:v>4.9925126331501763</c:v>
                </c:pt>
                <c:pt idx="47">
                  <c:v>4.3044824958367025</c:v>
                </c:pt>
                <c:pt idx="48">
                  <c:v>5.6686747144762943</c:v>
                </c:pt>
                <c:pt idx="49">
                  <c:v>5.027627557055097</c:v>
                </c:pt>
                <c:pt idx="50">
                  <c:v>5.4329270174374455</c:v>
                </c:pt>
                <c:pt idx="51">
                  <c:v>4.9406428993858071</c:v>
                </c:pt>
                <c:pt idx="52">
                  <c:v>4.7799618760245597</c:v>
                </c:pt>
                <c:pt idx="53">
                  <c:v>5.6705035516546607</c:v>
                </c:pt>
                <c:pt idx="54">
                  <c:v>4.9775146923480325</c:v>
                </c:pt>
                <c:pt idx="55">
                  <c:v>5.1412074819453055</c:v>
                </c:pt>
                <c:pt idx="56">
                  <c:v>5.5681987658983951</c:v>
                </c:pt>
                <c:pt idx="57">
                  <c:v>5.2861208241058604</c:v>
                </c:pt>
                <c:pt idx="58">
                  <c:v>5.4706083731032127</c:v>
                </c:pt>
                <c:pt idx="59">
                  <c:v>4.8704961550334032</c:v>
                </c:pt>
                <c:pt idx="60">
                  <c:v>5.2691841807550635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BAB-478D-9343-A4F68C7FE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1643248"/>
        <c:axId val="1573409040"/>
      </c:scatterChart>
      <c:valAx>
        <c:axId val="1671643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(deg)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409040"/>
        <c:crosses val="autoZero"/>
        <c:crossBetween val="midCat"/>
      </c:valAx>
      <c:valAx>
        <c:axId val="1573409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</a:t>
                </a: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</a:rPr>
                  <a:t>|𝑑𝐸′/𝑑</a:t>
                </a: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𝜃|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16432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9978718285214357"/>
          <c:y val="0.30613371245261012"/>
          <c:w val="0.18354615048118983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𝛿𝐸=𝛿𝜃</a:t>
            </a: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mbria Math" panose="02040503050406030204" pitchFamily="18" charset="0"/>
              </a:rPr>
              <a:t>|𝑑𝐸/𝑑</a:t>
            </a: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𝜃|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Detector_2_3!$J$1</c:f>
              <c:strCache>
                <c:ptCount val="1"/>
                <c:pt idx="0">
                  <c:v>delE=(delE/deltheta)*(1.19/2.355)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Detector_2_3!$E$2:$E$84</c:f>
              <c:numCache>
                <c:formatCode>General</c:formatCode>
                <c:ptCount val="83"/>
                <c:pt idx="0">
                  <c:v>35.655773167372963</c:v>
                </c:pt>
                <c:pt idx="1">
                  <c:v>22.980396617207429</c:v>
                </c:pt>
                <c:pt idx="2">
                  <c:v>34.555164930076323</c:v>
                </c:pt>
                <c:pt idx="3">
                  <c:v>29.90765847347091</c:v>
                </c:pt>
                <c:pt idx="4">
                  <c:v>38.43052427069798</c:v>
                </c:pt>
                <c:pt idx="5">
                  <c:v>21.951845144904109</c:v>
                </c:pt>
                <c:pt idx="6">
                  <c:v>19.59238690618713</c:v>
                </c:pt>
                <c:pt idx="7">
                  <c:v>38.023933252456487</c:v>
                </c:pt>
                <c:pt idx="8">
                  <c:v>28.01900355232539</c:v>
                </c:pt>
                <c:pt idx="9">
                  <c:v>26.6983301012</c:v>
                </c:pt>
                <c:pt idx="10">
                  <c:v>31.575921447737741</c:v>
                </c:pt>
                <c:pt idx="11">
                  <c:v>25.550821085948371</c:v>
                </c:pt>
                <c:pt idx="12">
                  <c:v>28.04790222320424</c:v>
                </c:pt>
                <c:pt idx="13">
                  <c:v>35.68222951727892</c:v>
                </c:pt>
                <c:pt idx="14">
                  <c:v>26.573196933773669</c:v>
                </c:pt>
                <c:pt idx="15">
                  <c:v>26.243279042483081</c:v>
                </c:pt>
                <c:pt idx="16">
                  <c:v>26.856777043211711</c:v>
                </c:pt>
                <c:pt idx="17">
                  <c:v>25.956266211318319</c:v>
                </c:pt>
                <c:pt idx="18">
                  <c:v>28.427554509331781</c:v>
                </c:pt>
                <c:pt idx="19">
                  <c:v>36.576782799140467</c:v>
                </c:pt>
                <c:pt idx="20">
                  <c:v>24.242188004168469</c:v>
                </c:pt>
                <c:pt idx="21">
                  <c:v>24.050720891513532</c:v>
                </c:pt>
                <c:pt idx="22">
                  <c:v>24.459416549260901</c:v>
                </c:pt>
                <c:pt idx="23">
                  <c:v>29.722973992290228</c:v>
                </c:pt>
                <c:pt idx="24">
                  <c:v>35.526162518214512</c:v>
                </c:pt>
                <c:pt idx="25">
                  <c:v>39.508325356059899</c:v>
                </c:pt>
                <c:pt idx="26">
                  <c:v>30.35114770351823</c:v>
                </c:pt>
                <c:pt idx="27">
                  <c:v>22.611457339806861</c:v>
                </c:pt>
                <c:pt idx="28">
                  <c:v>37.585681536766558</c:v>
                </c:pt>
                <c:pt idx="29">
                  <c:v>24.619749670347371</c:v>
                </c:pt>
                <c:pt idx="30">
                  <c:v>30.705388197285949</c:v>
                </c:pt>
                <c:pt idx="31">
                  <c:v>27.780575605846082</c:v>
                </c:pt>
                <c:pt idx="32">
                  <c:v>27.534511861005289</c:v>
                </c:pt>
                <c:pt idx="33">
                  <c:v>33.890434865754862</c:v>
                </c:pt>
                <c:pt idx="34">
                  <c:v>21.17173872387724</c:v>
                </c:pt>
                <c:pt idx="35">
                  <c:v>26.058966462355102</c:v>
                </c:pt>
                <c:pt idx="36">
                  <c:v>25.904161512699812</c:v>
                </c:pt>
                <c:pt idx="37">
                  <c:v>37.976047497852242</c:v>
                </c:pt>
                <c:pt idx="38">
                  <c:v>32.311599600856439</c:v>
                </c:pt>
                <c:pt idx="39">
                  <c:v>30.11204892503747</c:v>
                </c:pt>
                <c:pt idx="40">
                  <c:v>39.977054859645499</c:v>
                </c:pt>
                <c:pt idx="41">
                  <c:v>31.60279945553383</c:v>
                </c:pt>
                <c:pt idx="42">
                  <c:v>36.812065190697211</c:v>
                </c:pt>
                <c:pt idx="43">
                  <c:v>29.381592876669892</c:v>
                </c:pt>
                <c:pt idx="44">
                  <c:v>30.298658703741971</c:v>
                </c:pt>
                <c:pt idx="45">
                  <c:v>25.428599550036839</c:v>
                </c:pt>
                <c:pt idx="46">
                  <c:v>24.634815345989189</c:v>
                </c:pt>
                <c:pt idx="47">
                  <c:v>19.338569143173309</c:v>
                </c:pt>
                <c:pt idx="48">
                  <c:v>39.676606394823921</c:v>
                </c:pt>
                <c:pt idx="49">
                  <c:v>24.971421141796839</c:v>
                </c:pt>
                <c:pt idx="50">
                  <c:v>29.980065560223299</c:v>
                </c:pt>
                <c:pt idx="51">
                  <c:v>24.154538602666619</c:v>
                </c:pt>
                <c:pt idx="52">
                  <c:v>22.77448499332905</c:v>
                </c:pt>
                <c:pt idx="53">
                  <c:v>39.368317744309607</c:v>
                </c:pt>
                <c:pt idx="54">
                  <c:v>24.493948066816131</c:v>
                </c:pt>
                <c:pt idx="55">
                  <c:v>26.134965626855369</c:v>
                </c:pt>
                <c:pt idx="56">
                  <c:v>32.754187916888213</c:v>
                </c:pt>
                <c:pt idx="57">
                  <c:v>27.83997796896951</c:v>
                </c:pt>
                <c:pt idx="58">
                  <c:v>30.640326075963589</c:v>
                </c:pt>
                <c:pt idx="59">
                  <c:v>23.533666925177489</c:v>
                </c:pt>
                <c:pt idx="60">
                  <c:v>27.624326766934178</c:v>
                </c:pt>
              </c:numCache>
            </c:numRef>
          </c:xVal>
          <c:yVal>
            <c:numRef>
              <c:f>Detector_2_3!$J$2:$J$84</c:f>
              <c:numCache>
                <c:formatCode>General</c:formatCode>
                <c:ptCount val="83"/>
                <c:pt idx="0">
                  <c:v>0.57084346403089592</c:v>
                </c:pt>
                <c:pt idx="1">
                  <c:v>0</c:v>
                </c:pt>
                <c:pt idx="2">
                  <c:v>0.56847016641347792</c:v>
                </c:pt>
                <c:pt idx="3">
                  <c:v>0.54862085013664275</c:v>
                </c:pt>
                <c:pt idx="4">
                  <c:v>0.57329971842154848</c:v>
                </c:pt>
                <c:pt idx="5">
                  <c:v>0.472556417472204</c:v>
                </c:pt>
                <c:pt idx="6">
                  <c:v>0.43893864795571097</c:v>
                </c:pt>
                <c:pt idx="7">
                  <c:v>0.57323930732942585</c:v>
                </c:pt>
                <c:pt idx="8">
                  <c:v>0.53561404669494861</c:v>
                </c:pt>
                <c:pt idx="9">
                  <c:v>0.52470085167467662</c:v>
                </c:pt>
                <c:pt idx="10">
                  <c:v>0.55766418356096747</c:v>
                </c:pt>
                <c:pt idx="11">
                  <c:v>0.51396810897124523</c:v>
                </c:pt>
                <c:pt idx="12">
                  <c:v>0.53583589107103191</c:v>
                </c:pt>
                <c:pt idx="13">
                  <c:v>0.5708903355377527</c:v>
                </c:pt>
                <c:pt idx="14">
                  <c:v>0.52358742668175351</c:v>
                </c:pt>
                <c:pt idx="15">
                  <c:v>0.52058525140850576</c:v>
                </c:pt>
                <c:pt idx="16">
                  <c:v>0.52609083859007588</c:v>
                </c:pt>
                <c:pt idx="17">
                  <c:v>0.51789464566776444</c:v>
                </c:pt>
                <c:pt idx="18">
                  <c:v>0.53868371193653664</c:v>
                </c:pt>
                <c:pt idx="19">
                  <c:v>0.57220197570071651</c:v>
                </c:pt>
                <c:pt idx="20">
                  <c:v>0.50028149477235462</c:v>
                </c:pt>
                <c:pt idx="21">
                  <c:v>0.49814832021680833</c:v>
                </c:pt>
                <c:pt idx="22">
                  <c:v>0.50266114148444019</c:v>
                </c:pt>
                <c:pt idx="23">
                  <c:v>0.5474808171698099</c:v>
                </c:pt>
                <c:pt idx="24">
                  <c:v>0.57060702850389422</c:v>
                </c:pt>
                <c:pt idx="25">
                  <c:v>0.57299263888024132</c:v>
                </c:pt>
                <c:pt idx="26">
                  <c:v>0.5512440618258696</c:v>
                </c:pt>
                <c:pt idx="27">
                  <c:v>0.48103643529512419</c:v>
                </c:pt>
                <c:pt idx="28">
                  <c:v>0.57306254127805301</c:v>
                </c:pt>
                <c:pt idx="29">
                  <c:v>0.5043899283928942</c:v>
                </c:pt>
                <c:pt idx="30">
                  <c:v>0.55322439668725187</c:v>
                </c:pt>
                <c:pt idx="31">
                  <c:v>0.53375621608997914</c:v>
                </c:pt>
                <c:pt idx="32">
                  <c:v>0.5317872522188799</c:v>
                </c:pt>
                <c:pt idx="33">
                  <c:v>0.56662626129703597</c:v>
                </c:pt>
                <c:pt idx="34">
                  <c:v>0.46200887531573831</c:v>
                </c:pt>
                <c:pt idx="35">
                  <c:v>0.51886586325390804</c:v>
                </c:pt>
                <c:pt idx="36">
                  <c:v>0.51739829296481243</c:v>
                </c:pt>
                <c:pt idx="37">
                  <c:v>0.57322567183447204</c:v>
                </c:pt>
                <c:pt idx="38">
                  <c:v>0.56095263168730458</c:v>
                </c:pt>
                <c:pt idx="39">
                  <c:v>0.54984980162484975</c:v>
                </c:pt>
                <c:pt idx="40">
                  <c:v>0.57265440734785833</c:v>
                </c:pt>
                <c:pt idx="41">
                  <c:v>0.55779172972758451</c:v>
                </c:pt>
                <c:pt idx="42">
                  <c:v>0.57246030459369868</c:v>
                </c:pt>
                <c:pt idx="43">
                  <c:v>0.54529913218962878</c:v>
                </c:pt>
                <c:pt idx="44">
                  <c:v>0.55094197490816099</c:v>
                </c:pt>
                <c:pt idx="45">
                  <c:v>0.51275546955530449</c:v>
                </c:pt>
                <c:pt idx="46">
                  <c:v>0.50455117056889254</c:v>
                </c:pt>
                <c:pt idx="47">
                  <c:v>0.43501776391046076</c:v>
                </c:pt>
                <c:pt idx="48">
                  <c:v>0.57288517284303941</c:v>
                </c:pt>
                <c:pt idx="49">
                  <c:v>0.50809993994866798</c:v>
                </c:pt>
                <c:pt idx="50">
                  <c:v>0.54906014019113036</c:v>
                </c:pt>
                <c:pt idx="51">
                  <c:v>0.49930913378081615</c:v>
                </c:pt>
                <c:pt idx="52">
                  <c:v>0.48307045710991298</c:v>
                </c:pt>
                <c:pt idx="53">
                  <c:v>0.57306999800161751</c:v>
                </c:pt>
                <c:pt idx="54">
                  <c:v>0.50303545510778414</c:v>
                </c:pt>
                <c:pt idx="55">
                  <c:v>0.5195785056063621</c:v>
                </c:pt>
                <c:pt idx="56">
                  <c:v>0.56273091561945554</c:v>
                </c:pt>
                <c:pt idx="57">
                  <c:v>0.53422367564212092</c:v>
                </c:pt>
                <c:pt idx="58">
                  <c:v>0.55286827719684273</c:v>
                </c:pt>
                <c:pt idx="59">
                  <c:v>0.49221999358723983</c:v>
                </c:pt>
                <c:pt idx="60">
                  <c:v>0.53251203185550111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77D-43BE-8443-9CC80417E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0280480"/>
        <c:axId val="1573338480"/>
      </c:scatterChart>
      <c:valAx>
        <c:axId val="18302804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(deg)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338480"/>
        <c:crosses val="autoZero"/>
        <c:crossBetween val="midCat"/>
      </c:valAx>
      <c:valAx>
        <c:axId val="157333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𝛿𝐸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02804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Detector at 45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803149606299212E-2"/>
          <c:y val="5.0925925925925923E-2"/>
          <c:w val="0.89653018372703408"/>
          <c:h val="0.8416746864975212"/>
        </c:manualLayout>
      </c:layout>
      <c:scatterChart>
        <c:scatterStyle val="lineMarker"/>
        <c:varyColors val="0"/>
        <c:ser>
          <c:idx val="0"/>
          <c:order val="0"/>
          <c:tx>
            <c:v>Tissue(41)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'2_3_Detector'!$G$2:$G$52</c:f>
              <c:numCache>
                <c:formatCode>General</c:formatCode>
                <c:ptCount val="51"/>
                <c:pt idx="0">
                  <c:v>32.983452045133163</c:v>
                </c:pt>
                <c:pt idx="1">
                  <c:v>40.506283832087433</c:v>
                </c:pt>
                <c:pt idx="2">
                  <c:v>45.657724261089022</c:v>
                </c:pt>
                <c:pt idx="3">
                  <c:v>46.489588198611223</c:v>
                </c:pt>
                <c:pt idx="4">
                  <c:v>42.464267706226572</c:v>
                </c:pt>
                <c:pt idx="5">
                  <c:v>50.64484636016963</c:v>
                </c:pt>
                <c:pt idx="6">
                  <c:v>51.70236279400352</c:v>
                </c:pt>
                <c:pt idx="7">
                  <c:v>47.423255964258509</c:v>
                </c:pt>
                <c:pt idx="8">
                  <c:v>148.23598376963849</c:v>
                </c:pt>
                <c:pt idx="9">
                  <c:v>39.006067324348791</c:v>
                </c:pt>
                <c:pt idx="10">
                  <c:v>42.533287846976762</c:v>
                </c:pt>
                <c:pt idx="11">
                  <c:v>38.226351748777603</c:v>
                </c:pt>
                <c:pt idx="12">
                  <c:v>41.297884565330968</c:v>
                </c:pt>
                <c:pt idx="13">
                  <c:v>47.283147363927156</c:v>
                </c:pt>
                <c:pt idx="14">
                  <c:v>38.336281525779548</c:v>
                </c:pt>
                <c:pt idx="15">
                  <c:v>44.588057477202533</c:v>
                </c:pt>
                <c:pt idx="16">
                  <c:v>50.707284248843187</c:v>
                </c:pt>
                <c:pt idx="17">
                  <c:v>45.989758286397787</c:v>
                </c:pt>
                <c:pt idx="18">
                  <c:v>33.867632571454692</c:v>
                </c:pt>
                <c:pt idx="19">
                  <c:v>33.519981020106378</c:v>
                </c:pt>
                <c:pt idx="20">
                  <c:v>47.516362558846147</c:v>
                </c:pt>
                <c:pt idx="21">
                  <c:v>30.61600134927582</c:v>
                </c:pt>
                <c:pt idx="22">
                  <c:v>60.129471425001597</c:v>
                </c:pt>
                <c:pt idx="23">
                  <c:v>30.656461650403489</c:v>
                </c:pt>
                <c:pt idx="24">
                  <c:v>33.900093747045453</c:v>
                </c:pt>
                <c:pt idx="25">
                  <c:v>42.812915376956468</c:v>
                </c:pt>
                <c:pt idx="26">
                  <c:v>33.018283286081029</c:v>
                </c:pt>
                <c:pt idx="27">
                  <c:v>46.85520375454491</c:v>
                </c:pt>
                <c:pt idx="28">
                  <c:v>40.973279072109847</c:v>
                </c:pt>
                <c:pt idx="29">
                  <c:v>50.007157973194808</c:v>
                </c:pt>
                <c:pt idx="30">
                  <c:v>37.236353767344539</c:v>
                </c:pt>
                <c:pt idx="31">
                  <c:v>53.322569560352967</c:v>
                </c:pt>
                <c:pt idx="32">
                  <c:v>44.958773089360868</c:v>
                </c:pt>
                <c:pt idx="33">
                  <c:v>41.611414425980797</c:v>
                </c:pt>
                <c:pt idx="34">
                  <c:v>49.267098502900502</c:v>
                </c:pt>
                <c:pt idx="35">
                  <c:v>50.320027000155562</c:v>
                </c:pt>
                <c:pt idx="36">
                  <c:v>55.143368901187351</c:v>
                </c:pt>
                <c:pt idx="37">
                  <c:v>31.927589535281282</c:v>
                </c:pt>
                <c:pt idx="38">
                  <c:v>48.31724184624634</c:v>
                </c:pt>
                <c:pt idx="39">
                  <c:v>34.890442581918123</c:v>
                </c:pt>
                <c:pt idx="40">
                  <c:v>38.069542079259548</c:v>
                </c:pt>
              </c:numCache>
            </c:numRef>
          </c:xVal>
          <c:yVal>
            <c:numRef>
              <c:f>'2_3_Detector'!$K$2:$K$52</c:f>
              <c:numCache>
                <c:formatCode>General</c:formatCode>
                <c:ptCount val="51"/>
                <c:pt idx="0">
                  <c:v>5.5767382531929144</c:v>
                </c:pt>
                <c:pt idx="1">
                  <c:v>5.6611905738941335</c:v>
                </c:pt>
                <c:pt idx="2">
                  <c:v>5.5404462787835165</c:v>
                </c:pt>
                <c:pt idx="3">
                  <c:v>5.5105420668314729</c:v>
                </c:pt>
                <c:pt idx="4">
                  <c:v>5.6295379773600738</c:v>
                </c:pt>
                <c:pt idx="5">
                  <c:v>5.3271154538510546</c:v>
                </c:pt>
                <c:pt idx="6">
                  <c:v>5.2727267327864267</c:v>
                </c:pt>
                <c:pt idx="7">
                  <c:v>5.4740461560184155</c:v>
                </c:pt>
                <c:pt idx="8">
                  <c:v>0.68284929103402026</c:v>
                </c:pt>
                <c:pt idx="9">
                  <c:v>5.6719754550415207</c:v>
                </c:pt>
                <c:pt idx="10">
                  <c:v>5.6280829068812981</c:v>
                </c:pt>
                <c:pt idx="11">
                  <c:v>5.6725984747835438</c:v>
                </c:pt>
                <c:pt idx="12">
                  <c:v>5.650687703423718</c:v>
                </c:pt>
                <c:pt idx="13">
                  <c:v>5.4797127853259848</c:v>
                </c:pt>
                <c:pt idx="14">
                  <c:v>5.672724823528859</c:v>
                </c:pt>
                <c:pt idx="15">
                  <c:v>5.5750275038847494</c:v>
                </c:pt>
                <c:pt idx="16">
                  <c:v>5.3239809340299811</c:v>
                </c:pt>
                <c:pt idx="17">
                  <c:v>5.5288157325097851</c:v>
                </c:pt>
                <c:pt idx="18">
                  <c:v>5.6060616067294475</c:v>
                </c:pt>
                <c:pt idx="19">
                  <c:v>5.5952095366011356</c:v>
                </c:pt>
                <c:pt idx="20">
                  <c:v>5.4702443528547633</c:v>
                </c:pt>
                <c:pt idx="21">
                  <c:v>5.4692822669638241</c:v>
                </c:pt>
                <c:pt idx="22">
                  <c:v>4.7659508187999808</c:v>
                </c:pt>
                <c:pt idx="23">
                  <c:v>5.4714854283288288</c:v>
                </c:pt>
                <c:pt idx="24">
                  <c:v>5.6070305802477538</c:v>
                </c:pt>
                <c:pt idx="25">
                  <c:v>5.6219621706942169</c:v>
                </c:pt>
                <c:pt idx="26">
                  <c:v>5.5780015470637654</c:v>
                </c:pt>
                <c:pt idx="27">
                  <c:v>5.4966092492803842</c:v>
                </c:pt>
                <c:pt idx="28">
                  <c:v>5.6553820964458241</c:v>
                </c:pt>
                <c:pt idx="29">
                  <c:v>5.358549308022031</c:v>
                </c:pt>
                <c:pt idx="30">
                  <c:v>5.6681985881913644</c:v>
                </c:pt>
                <c:pt idx="31">
                  <c:v>5.1844536310124543</c:v>
                </c:pt>
                <c:pt idx="32">
                  <c:v>5.5635536041047473</c:v>
                </c:pt>
                <c:pt idx="33">
                  <c:v>5.6456526700283076</c:v>
                </c:pt>
                <c:pt idx="34">
                  <c:v>5.3936495597787824</c:v>
                </c:pt>
                <c:pt idx="35">
                  <c:v>5.343260323479929</c:v>
                </c:pt>
                <c:pt idx="36">
                  <c:v>5.0790833383413254</c:v>
                </c:pt>
                <c:pt idx="37">
                  <c:v>5.534135341052389</c:v>
                </c:pt>
                <c:pt idx="38">
                  <c:v>5.436381340555732</c:v>
                </c:pt>
                <c:pt idx="39">
                  <c:v>5.6330184638378515</c:v>
                </c:pt>
                <c:pt idx="40">
                  <c:v>5.6722946499715965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B34-4AA6-9AF9-DAFCFB9E215C}"/>
            </c:ext>
          </c:extLst>
        </c:ser>
        <c:ser>
          <c:idx val="1"/>
          <c:order val="1"/>
          <c:tx>
            <c:v>Tumor(51)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'2_3_Detector'!$S$2:$S$52</c:f>
              <c:numCache>
                <c:formatCode>General</c:formatCode>
                <c:ptCount val="51"/>
                <c:pt idx="0">
                  <c:v>39.999470588832601</c:v>
                </c:pt>
                <c:pt idx="1">
                  <c:v>50.165971186841823</c:v>
                </c:pt>
                <c:pt idx="2">
                  <c:v>36.21990833040438</c:v>
                </c:pt>
                <c:pt idx="3">
                  <c:v>41.022420729192561</c:v>
                </c:pt>
                <c:pt idx="4">
                  <c:v>37.934066629926917</c:v>
                </c:pt>
                <c:pt idx="5">
                  <c:v>39.32927704878287</c:v>
                </c:pt>
                <c:pt idx="6">
                  <c:v>45.70864795037712</c:v>
                </c:pt>
                <c:pt idx="7">
                  <c:v>46.862221894948121</c:v>
                </c:pt>
                <c:pt idx="8">
                  <c:v>39.956241475796382</c:v>
                </c:pt>
                <c:pt idx="9">
                  <c:v>56.644419902755139</c:v>
                </c:pt>
                <c:pt idx="10">
                  <c:v>50.090989245868741</c:v>
                </c:pt>
                <c:pt idx="11">
                  <c:v>38.699661431456583</c:v>
                </c:pt>
                <c:pt idx="12">
                  <c:v>34.483710730093769</c:v>
                </c:pt>
                <c:pt idx="13">
                  <c:v>42.430721824810057</c:v>
                </c:pt>
                <c:pt idx="14">
                  <c:v>34.435777385919032</c:v>
                </c:pt>
                <c:pt idx="15">
                  <c:v>53.327041993150416</c:v>
                </c:pt>
                <c:pt idx="16">
                  <c:v>37.045847808684869</c:v>
                </c:pt>
                <c:pt idx="17">
                  <c:v>53.141920195301033</c:v>
                </c:pt>
                <c:pt idx="18">
                  <c:v>35.931659708370177</c:v>
                </c:pt>
                <c:pt idx="19">
                  <c:v>39.577867774606752</c:v>
                </c:pt>
                <c:pt idx="20">
                  <c:v>39.019362682496237</c:v>
                </c:pt>
                <c:pt idx="21">
                  <c:v>44.08762070345243</c:v>
                </c:pt>
                <c:pt idx="22">
                  <c:v>36.954530242511012</c:v>
                </c:pt>
                <c:pt idx="23">
                  <c:v>39.644601000842982</c:v>
                </c:pt>
                <c:pt idx="24">
                  <c:v>42.643765123724421</c:v>
                </c:pt>
                <c:pt idx="25">
                  <c:v>37.229668633663842</c:v>
                </c:pt>
                <c:pt idx="26">
                  <c:v>39.215666891137573</c:v>
                </c:pt>
                <c:pt idx="27">
                  <c:v>52.854241121807583</c:v>
                </c:pt>
                <c:pt idx="28">
                  <c:v>35.102771690606183</c:v>
                </c:pt>
                <c:pt idx="29">
                  <c:v>45.150413887845772</c:v>
                </c:pt>
                <c:pt idx="30">
                  <c:v>58.47721811654695</c:v>
                </c:pt>
                <c:pt idx="31">
                  <c:v>40.644865121163761</c:v>
                </c:pt>
                <c:pt idx="32">
                  <c:v>34.893860701598172</c:v>
                </c:pt>
                <c:pt idx="33">
                  <c:v>44.087794643953167</c:v>
                </c:pt>
                <c:pt idx="34">
                  <c:v>40.989049263408383</c:v>
                </c:pt>
                <c:pt idx="35">
                  <c:v>35.514991716530382</c:v>
                </c:pt>
                <c:pt idx="36">
                  <c:v>36.974547308438247</c:v>
                </c:pt>
                <c:pt idx="37">
                  <c:v>52.145208341003958</c:v>
                </c:pt>
                <c:pt idx="38">
                  <c:v>45.277101239542851</c:v>
                </c:pt>
                <c:pt idx="39">
                  <c:v>47.679725017047332</c:v>
                </c:pt>
                <c:pt idx="40">
                  <c:v>43.409651346128832</c:v>
                </c:pt>
                <c:pt idx="41">
                  <c:v>41.302069126248092</c:v>
                </c:pt>
                <c:pt idx="42">
                  <c:v>47.823202122877831</c:v>
                </c:pt>
                <c:pt idx="43">
                  <c:v>37.511878591119682</c:v>
                </c:pt>
                <c:pt idx="44">
                  <c:v>39.801821171649472</c:v>
                </c:pt>
                <c:pt idx="45">
                  <c:v>50.510220297306397</c:v>
                </c:pt>
                <c:pt idx="46">
                  <c:v>37.58940997000682</c:v>
                </c:pt>
                <c:pt idx="47">
                  <c:v>45.150461603946589</c:v>
                </c:pt>
                <c:pt idx="48">
                  <c:v>46.507861679411178</c:v>
                </c:pt>
                <c:pt idx="49">
                  <c:v>52.238268274992947</c:v>
                </c:pt>
                <c:pt idx="50">
                  <c:v>53.654258240415082</c:v>
                </c:pt>
              </c:numCache>
            </c:numRef>
          </c:xVal>
          <c:yVal>
            <c:numRef>
              <c:f>'2_3_Detector'!$W$2:$W$52</c:f>
              <c:numCache>
                <c:formatCode>General</c:formatCode>
                <c:ptCount val="51"/>
                <c:pt idx="0">
                  <c:v>5.6662013346850673</c:v>
                </c:pt>
                <c:pt idx="1">
                  <c:v>5.3508211402215657</c:v>
                </c:pt>
                <c:pt idx="2">
                  <c:v>5.6573611955363345</c:v>
                </c:pt>
                <c:pt idx="3">
                  <c:v>5.6547056876742738</c:v>
                </c:pt>
                <c:pt idx="4">
                  <c:v>5.6719143759035315</c:v>
                </c:pt>
                <c:pt idx="5">
                  <c:v>5.6706975685833187</c:v>
                </c:pt>
                <c:pt idx="6">
                  <c:v>5.5386893644666841</c:v>
                </c:pt>
                <c:pt idx="7">
                  <c:v>5.4963372241979327</c:v>
                </c:pt>
                <c:pt idx="8">
                  <c:v>5.6665652602249788</c:v>
                </c:pt>
                <c:pt idx="9">
                  <c:v>4.9881014383201272</c:v>
                </c:pt>
                <c:pt idx="10">
                  <c:v>5.3544783328128345</c:v>
                </c:pt>
                <c:pt idx="11">
                  <c:v>5.6726395754184722</c:v>
                </c:pt>
                <c:pt idx="12">
                  <c:v>5.6231762095354432</c:v>
                </c:pt>
                <c:pt idx="13">
                  <c:v>5.630237158640325</c:v>
                </c:pt>
                <c:pt idx="14">
                  <c:v>5.6219405597599135</c:v>
                </c:pt>
                <c:pt idx="15">
                  <c:v>5.1842023655353779</c:v>
                </c:pt>
                <c:pt idx="16">
                  <c:v>5.6666640392169789</c:v>
                </c:pt>
                <c:pt idx="17">
                  <c:v>5.1945693730230476</c:v>
                </c:pt>
                <c:pt idx="18">
                  <c:v>5.6530805889639382</c:v>
                </c:pt>
                <c:pt idx="19">
                  <c:v>5.6693175459455585</c:v>
                </c:pt>
                <c:pt idx="20">
                  <c:v>5.6719345141750406</c:v>
                </c:pt>
                <c:pt idx="21">
                  <c:v>5.5896255958147076</c:v>
                </c:pt>
                <c:pt idx="22">
                  <c:v>5.6658481530611118</c:v>
                </c:pt>
                <c:pt idx="23">
                  <c:v>5.6688889480436773</c:v>
                </c:pt>
                <c:pt idx="24">
                  <c:v>5.6257077808201483</c:v>
                </c:pt>
                <c:pt idx="25">
                  <c:v>5.6681485570601451</c:v>
                </c:pt>
                <c:pt idx="26">
                  <c:v>5.6712137099756479</c:v>
                </c:pt>
                <c:pt idx="27">
                  <c:v>5.2105420641588927</c:v>
                </c:pt>
                <c:pt idx="28">
                  <c:v>5.6377037666388103</c:v>
                </c:pt>
                <c:pt idx="29">
                  <c:v>5.5574072072703418</c:v>
                </c:pt>
                <c:pt idx="30">
                  <c:v>4.8729007939603601</c:v>
                </c:pt>
                <c:pt idx="31">
                  <c:v>5.6595847047804995</c:v>
                </c:pt>
                <c:pt idx="32">
                  <c:v>5.6330963345574228</c:v>
                </c:pt>
                <c:pt idx="33">
                  <c:v>5.5896207031163856</c:v>
                </c:pt>
                <c:pt idx="34">
                  <c:v>5.6551663683585893</c:v>
                </c:pt>
                <c:pt idx="35">
                  <c:v>5.6459256832941982</c:v>
                </c:pt>
                <c:pt idx="36">
                  <c:v>5.6660314696640786</c:v>
                </c:pt>
                <c:pt idx="37">
                  <c:v>5.2491657152224223</c:v>
                </c:pt>
                <c:pt idx="38">
                  <c:v>5.5532648378384133</c:v>
                </c:pt>
                <c:pt idx="39">
                  <c:v>5.4635047568350013</c:v>
                </c:pt>
                <c:pt idx="40">
                  <c:v>5.6077131128883968</c:v>
                </c:pt>
                <c:pt idx="41">
                  <c:v>5.6506237224718054</c:v>
                </c:pt>
                <c:pt idx="42">
                  <c:v>5.4575137255429187</c:v>
                </c:pt>
                <c:pt idx="43">
                  <c:v>5.6700207541584886</c:v>
                </c:pt>
                <c:pt idx="44">
                  <c:v>5.6677827295701766</c:v>
                </c:pt>
                <c:pt idx="45">
                  <c:v>5.333840049424615</c:v>
                </c:pt>
                <c:pt idx="46">
                  <c:v>5.6704495488776496</c:v>
                </c:pt>
                <c:pt idx="47">
                  <c:v>5.5574056588832077</c:v>
                </c:pt>
                <c:pt idx="48">
                  <c:v>5.5098569144569476</c:v>
                </c:pt>
                <c:pt idx="49">
                  <c:v>5.2441585142452327</c:v>
                </c:pt>
                <c:pt idx="50">
                  <c:v>5.1657128100188343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B34-4AA6-9AF9-DAFCFB9E21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44601519"/>
        <c:axId val="1234429199"/>
      </c:scatterChart>
      <c:valAx>
        <c:axId val="13446015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(deg)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429199"/>
        <c:crosses val="autoZero"/>
        <c:crossBetween val="midCat"/>
      </c:valAx>
      <c:valAx>
        <c:axId val="1234429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</a:rPr>
                  <a:t>|(𝑑𝐸′)/𝑑</a:t>
                </a: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𝜃|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460151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1484273840769912"/>
          <c:y val="0.34337890055409742"/>
          <c:w val="0.15182392825896762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Detector at 60</a:t>
            </a:r>
            <a:r>
              <a:rPr lang="en-US" baseline="30000" dirty="0"/>
              <a:t>0</a:t>
            </a:r>
            <a:endParaRPr lang="en-US" dirty="0"/>
          </a:p>
        </c:rich>
      </c:tx>
      <c:layout>
        <c:manualLayout>
          <c:xMode val="edge"/>
          <c:yMode val="edge"/>
          <c:x val="0.5162985564304462"/>
          <c:y val="0.1566202734007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7247594050743643E-2"/>
          <c:y val="7.407407407407407E-2"/>
          <c:w val="0.86319685039370075"/>
          <c:h val="0.80045876174570918"/>
        </c:manualLayout>
      </c:layout>
      <c:scatterChart>
        <c:scatterStyle val="lineMarker"/>
        <c:varyColors val="0"/>
        <c:ser>
          <c:idx val="0"/>
          <c:order val="0"/>
          <c:tx>
            <c:v>Tissue(33)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'2_3_Detector'!$G$2:$G$44</c:f>
              <c:numCache>
                <c:formatCode>General</c:formatCode>
                <c:ptCount val="43"/>
                <c:pt idx="0">
                  <c:v>70.450893642113826</c:v>
                </c:pt>
                <c:pt idx="1">
                  <c:v>67.733084177836815</c:v>
                </c:pt>
                <c:pt idx="2">
                  <c:v>63.99676661874895</c:v>
                </c:pt>
                <c:pt idx="3">
                  <c:v>57.40770093773348</c:v>
                </c:pt>
                <c:pt idx="4">
                  <c:v>45.23679400681366</c:v>
                </c:pt>
                <c:pt idx="5">
                  <c:v>53.5502927084272</c:v>
                </c:pt>
                <c:pt idx="6">
                  <c:v>66.118499794552235</c:v>
                </c:pt>
                <c:pt idx="7">
                  <c:v>54.692650113173983</c:v>
                </c:pt>
                <c:pt idx="8">
                  <c:v>59.634233960276262</c:v>
                </c:pt>
                <c:pt idx="9">
                  <c:v>52.4365095473186</c:v>
                </c:pt>
                <c:pt idx="10">
                  <c:v>60.896728381425703</c:v>
                </c:pt>
                <c:pt idx="11">
                  <c:v>51.452763375609919</c:v>
                </c:pt>
                <c:pt idx="12">
                  <c:v>62.628393090607133</c:v>
                </c:pt>
                <c:pt idx="13">
                  <c:v>53.55190511867756</c:v>
                </c:pt>
                <c:pt idx="14">
                  <c:v>65.306146390834712</c:v>
                </c:pt>
                <c:pt idx="15">
                  <c:v>48.779208480994939</c:v>
                </c:pt>
                <c:pt idx="16">
                  <c:v>57.142327447142627</c:v>
                </c:pt>
                <c:pt idx="17">
                  <c:v>60.616161791200767</c:v>
                </c:pt>
                <c:pt idx="18">
                  <c:v>55.89821588886273</c:v>
                </c:pt>
                <c:pt idx="19">
                  <c:v>56.834476612726853</c:v>
                </c:pt>
                <c:pt idx="20">
                  <c:v>60.059688155899387</c:v>
                </c:pt>
                <c:pt idx="21">
                  <c:v>57.217965613240978</c:v>
                </c:pt>
                <c:pt idx="22">
                  <c:v>53.931363434014919</c:v>
                </c:pt>
                <c:pt idx="23">
                  <c:v>45.341501224770163</c:v>
                </c:pt>
                <c:pt idx="24">
                  <c:v>56.306416841070572</c:v>
                </c:pt>
                <c:pt idx="25">
                  <c:v>61.297779807191141</c:v>
                </c:pt>
                <c:pt idx="26">
                  <c:v>51.204559352615988</c:v>
                </c:pt>
                <c:pt idx="27">
                  <c:v>65.731021358558721</c:v>
                </c:pt>
                <c:pt idx="28">
                  <c:v>65.659104997588045</c:v>
                </c:pt>
                <c:pt idx="29">
                  <c:v>73.621683121297394</c:v>
                </c:pt>
                <c:pt idx="30">
                  <c:v>48.935390342236218</c:v>
                </c:pt>
                <c:pt idx="31">
                  <c:v>60.624030108190027</c:v>
                </c:pt>
                <c:pt idx="32">
                  <c:v>119.792343664154</c:v>
                </c:pt>
              </c:numCache>
            </c:numRef>
          </c:xVal>
          <c:yVal>
            <c:numRef>
              <c:f>'2_3_Detector'!$K$2:$K$44</c:f>
              <c:numCache>
                <c:formatCode>General</c:formatCode>
                <c:ptCount val="43"/>
                <c:pt idx="0">
                  <c:v>4.0684110026116871</c:v>
                </c:pt>
                <c:pt idx="1">
                  <c:v>4.2535401939654589</c:v>
                </c:pt>
                <c:pt idx="2">
                  <c:v>4.5078820016089454</c:v>
                </c:pt>
                <c:pt idx="3">
                  <c:v>4.9406227166601164</c:v>
                </c:pt>
                <c:pt idx="4">
                  <c:v>5.5545895800637792</c:v>
                </c:pt>
                <c:pt idx="5">
                  <c:v>5.1716099898451233</c:v>
                </c:pt>
                <c:pt idx="6">
                  <c:v>4.3636912144256828</c:v>
                </c:pt>
                <c:pt idx="7">
                  <c:v>5.10571370245159</c:v>
                </c:pt>
                <c:pt idx="8">
                  <c:v>4.7982721590868316</c:v>
                </c:pt>
                <c:pt idx="9">
                  <c:v>5.2334284817858894</c:v>
                </c:pt>
                <c:pt idx="10">
                  <c:v>4.715484701453847</c:v>
                </c:pt>
                <c:pt idx="11">
                  <c:v>5.2858071739941197</c:v>
                </c:pt>
                <c:pt idx="12">
                  <c:v>4.6001259350902624</c:v>
                </c:pt>
                <c:pt idx="13">
                  <c:v>5.1715186890421041</c:v>
                </c:pt>
                <c:pt idx="14">
                  <c:v>4.4190145703225232</c:v>
                </c:pt>
                <c:pt idx="15">
                  <c:v>5.4159352285020965</c:v>
                </c:pt>
                <c:pt idx="16">
                  <c:v>4.9572151829920408</c:v>
                </c:pt>
                <c:pt idx="17">
                  <c:v>4.7339909978852939</c:v>
                </c:pt>
                <c:pt idx="18">
                  <c:v>5.0337509896663128</c:v>
                </c:pt>
                <c:pt idx="19">
                  <c:v>4.9763505351974917</c:v>
                </c:pt>
                <c:pt idx="20">
                  <c:v>4.7705177589546688</c:v>
                </c:pt>
                <c:pt idx="21">
                  <c:v>4.9524949477730029</c:v>
                </c:pt>
                <c:pt idx="22">
                  <c:v>5.149894274492647</c:v>
                </c:pt>
                <c:pt idx="23">
                  <c:v>5.5511351614616231</c:v>
                </c:pt>
                <c:pt idx="24">
                  <c:v>5.0088772969023321</c:v>
                </c:pt>
                <c:pt idx="25">
                  <c:v>4.6889340559552046</c:v>
                </c:pt>
                <c:pt idx="26">
                  <c:v>5.2986679014606706</c:v>
                </c:pt>
                <c:pt idx="27">
                  <c:v>4.3900927795321332</c:v>
                </c:pt>
                <c:pt idx="28">
                  <c:v>4.3949904573864016</c:v>
                </c:pt>
                <c:pt idx="29">
                  <c:v>3.8545936586601859</c:v>
                </c:pt>
                <c:pt idx="30">
                  <c:v>5.408877300837494</c:v>
                </c:pt>
                <c:pt idx="31">
                  <c:v>4.7334727948210213</c:v>
                </c:pt>
                <c:pt idx="32">
                  <c:v>1.5036828140167477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BD-44EA-9BD3-B5DCC6F0BB09}"/>
            </c:ext>
          </c:extLst>
        </c:ser>
        <c:ser>
          <c:idx val="1"/>
          <c:order val="1"/>
          <c:tx>
            <c:v>Tumor(43)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'2_3_Detector'!$T$2:$T$43</c:f>
              <c:numCache>
                <c:formatCode>General</c:formatCode>
                <c:ptCount val="42"/>
                <c:pt idx="0">
                  <c:v>68.695787039210444</c:v>
                </c:pt>
                <c:pt idx="1">
                  <c:v>51.157682560871329</c:v>
                </c:pt>
                <c:pt idx="2">
                  <c:v>56.642854220103033</c:v>
                </c:pt>
                <c:pt idx="3">
                  <c:v>71.29392554296264</c:v>
                </c:pt>
                <c:pt idx="4">
                  <c:v>60.341419122807253</c:v>
                </c:pt>
                <c:pt idx="5">
                  <c:v>57.220445211820333</c:v>
                </c:pt>
                <c:pt idx="6">
                  <c:v>64.272115958302848</c:v>
                </c:pt>
                <c:pt idx="7">
                  <c:v>69.785819143830011</c:v>
                </c:pt>
                <c:pt idx="8">
                  <c:v>48.293068399108598</c:v>
                </c:pt>
                <c:pt idx="9">
                  <c:v>60.266289098868917</c:v>
                </c:pt>
                <c:pt idx="10">
                  <c:v>70.826113137603727</c:v>
                </c:pt>
                <c:pt idx="11">
                  <c:v>56.465194194679277</c:v>
                </c:pt>
                <c:pt idx="12">
                  <c:v>50.448228692565522</c:v>
                </c:pt>
                <c:pt idx="13">
                  <c:v>70.158534936691353</c:v>
                </c:pt>
                <c:pt idx="14">
                  <c:v>60.633309181018639</c:v>
                </c:pt>
                <c:pt idx="15">
                  <c:v>62.57081993232935</c:v>
                </c:pt>
                <c:pt idx="16">
                  <c:v>68.268203454962219</c:v>
                </c:pt>
                <c:pt idx="17">
                  <c:v>56.581461693860987</c:v>
                </c:pt>
                <c:pt idx="18">
                  <c:v>66.865746152909793</c:v>
                </c:pt>
                <c:pt idx="19">
                  <c:v>50.285220989683509</c:v>
                </c:pt>
                <c:pt idx="20">
                  <c:v>66.877323073136665</c:v>
                </c:pt>
                <c:pt idx="21">
                  <c:v>64.931638358549691</c:v>
                </c:pt>
                <c:pt idx="22">
                  <c:v>54.700171379461963</c:v>
                </c:pt>
                <c:pt idx="23">
                  <c:v>51.258067026274482</c:v>
                </c:pt>
                <c:pt idx="24">
                  <c:v>65.0359957655172</c:v>
                </c:pt>
                <c:pt idx="25">
                  <c:v>68.576739390441404</c:v>
                </c:pt>
                <c:pt idx="26">
                  <c:v>59.939867343907139</c:v>
                </c:pt>
                <c:pt idx="27">
                  <c:v>60.766823959773397</c:v>
                </c:pt>
                <c:pt idx="28">
                  <c:v>56.772028051555189</c:v>
                </c:pt>
                <c:pt idx="29">
                  <c:v>66.909181997977143</c:v>
                </c:pt>
                <c:pt idx="30">
                  <c:v>64.594101830067501</c:v>
                </c:pt>
                <c:pt idx="31">
                  <c:v>52.312494904700117</c:v>
                </c:pt>
                <c:pt idx="32">
                  <c:v>53.134884779904539</c:v>
                </c:pt>
                <c:pt idx="33">
                  <c:v>63.588295541101331</c:v>
                </c:pt>
                <c:pt idx="34">
                  <c:v>69.875330080398399</c:v>
                </c:pt>
                <c:pt idx="35">
                  <c:v>62.632188225701867</c:v>
                </c:pt>
                <c:pt idx="36">
                  <c:v>58.014159725805747</c:v>
                </c:pt>
                <c:pt idx="37">
                  <c:v>48.533878241131987</c:v>
                </c:pt>
                <c:pt idx="38">
                  <c:v>52.627236338019543</c:v>
                </c:pt>
                <c:pt idx="39">
                  <c:v>51.267119570362823</c:v>
                </c:pt>
                <c:pt idx="40">
                  <c:v>59.29844501097562</c:v>
                </c:pt>
                <c:pt idx="41">
                  <c:v>65.56174846007282</c:v>
                </c:pt>
              </c:numCache>
            </c:numRef>
          </c:xVal>
          <c:yVal>
            <c:numRef>
              <c:f>'2_3_Detector'!$X$2:$X$43</c:f>
              <c:numCache>
                <c:formatCode>General</c:formatCode>
                <c:ptCount val="42"/>
                <c:pt idx="0">
                  <c:v>4.1878640556121596</c:v>
                </c:pt>
                <c:pt idx="1">
                  <c:v>5.3010801431796901</c:v>
                </c:pt>
                <c:pt idx="2">
                  <c:v>4.9881980392302179</c:v>
                </c:pt>
                <c:pt idx="3">
                  <c:v>4.0112578541288801</c:v>
                </c:pt>
                <c:pt idx="4">
                  <c:v>4.7520556674758989</c:v>
                </c:pt>
                <c:pt idx="5">
                  <c:v>4.9523400842751455</c:v>
                </c:pt>
                <c:pt idx="6">
                  <c:v>4.4892343138076161</c:v>
                </c:pt>
                <c:pt idx="7">
                  <c:v>4.1136147997959416</c:v>
                </c:pt>
                <c:pt idx="8">
                  <c:v>5.437433211950311</c:v>
                </c:pt>
                <c:pt idx="9">
                  <c:v>4.7569852782006166</c:v>
                </c:pt>
                <c:pt idx="10">
                  <c:v>4.0429508858300283</c:v>
                </c:pt>
                <c:pt idx="11">
                  <c:v>4.9991376161989098</c:v>
                </c:pt>
                <c:pt idx="12">
                  <c:v>5.336920833386027</c:v>
                </c:pt>
                <c:pt idx="13">
                  <c:v>4.0882709238117245</c:v>
                </c:pt>
                <c:pt idx="14">
                  <c:v>4.7328616202762905</c:v>
                </c:pt>
                <c:pt idx="15">
                  <c:v>4.6039887583002859</c:v>
                </c:pt>
                <c:pt idx="16">
                  <c:v>4.2170269909586802</c:v>
                </c:pt>
                <c:pt idx="17">
                  <c:v>4.9919832512409208</c:v>
                </c:pt>
                <c:pt idx="18">
                  <c:v>4.3127287435870931</c:v>
                </c:pt>
                <c:pt idx="19">
                  <c:v>5.3449740279211166</c:v>
                </c:pt>
                <c:pt idx="20">
                  <c:v>4.3119388572002002</c:v>
                </c:pt>
                <c:pt idx="21">
                  <c:v>4.444477819157501</c:v>
                </c:pt>
                <c:pt idx="22">
                  <c:v>5.1052721216803425</c:v>
                </c:pt>
                <c:pt idx="23">
                  <c:v>5.2959079221027663</c:v>
                </c:pt>
                <c:pt idx="24">
                  <c:v>4.4373855874196257</c:v>
                </c:pt>
                <c:pt idx="25">
                  <c:v>4.1959820409759052</c:v>
                </c:pt>
                <c:pt idx="26">
                  <c:v>4.7783499239139218</c:v>
                </c:pt>
                <c:pt idx="27">
                  <c:v>4.7240604395371939</c:v>
                </c:pt>
                <c:pt idx="28">
                  <c:v>4.9802169862381094</c:v>
                </c:pt>
                <c:pt idx="29">
                  <c:v>4.3097651052404027</c:v>
                </c:pt>
                <c:pt idx="30">
                  <c:v>4.467398636586891</c:v>
                </c:pt>
                <c:pt idx="31">
                  <c:v>5.2401509699969777</c:v>
                </c:pt>
                <c:pt idx="32">
                  <c:v>5.1949620083075345</c:v>
                </c:pt>
                <c:pt idx="33">
                  <c:v>4.5354971309785332</c:v>
                </c:pt>
                <c:pt idx="34">
                  <c:v>4.1075258301047253</c:v>
                </c:pt>
                <c:pt idx="35">
                  <c:v>4.599871245626308</c:v>
                </c:pt>
                <c:pt idx="36">
                  <c:v>4.9023824064758434</c:v>
                </c:pt>
                <c:pt idx="37">
                  <c:v>5.4268742257971772</c:v>
                </c:pt>
                <c:pt idx="38">
                  <c:v>5.2230249538773297</c:v>
                </c:pt>
                <c:pt idx="39">
                  <c:v>5.2954402978889066</c:v>
                </c:pt>
                <c:pt idx="40">
                  <c:v>4.8200638724968909</c:v>
                </c:pt>
                <c:pt idx="41">
                  <c:v>4.4016192888450201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ABD-44EA-9BD3-B5DCC6F0B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3554223"/>
        <c:axId val="1234296239"/>
      </c:scatterChart>
      <c:valAx>
        <c:axId val="13735542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(deg)</a:t>
                </a:r>
                <a:endParaRPr lang="en-US"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296239"/>
        <c:crosses val="autoZero"/>
        <c:crossBetween val="midCat"/>
      </c:valAx>
      <c:valAx>
        <c:axId val="1234296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</a:rPr>
                  <a:t>|(𝑑𝐸′)/𝑑</a:t>
                </a: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𝜃|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355422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150940507436566"/>
          <c:y val="0.43597149314668998"/>
          <c:w val="0.15182392825896762"/>
          <c:h val="0.139104505899709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𝜃 (max)=38.7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692038495188107E-2"/>
          <c:y val="7.407407407407407E-2"/>
          <c:w val="0.88264129483814535"/>
          <c:h val="0.75834135316418783"/>
        </c:manualLayout>
      </c:layout>
      <c:scatterChart>
        <c:scatterStyle val="lineMarker"/>
        <c:varyColors val="0"/>
        <c:ser>
          <c:idx val="0"/>
          <c:order val="0"/>
          <c:tx>
            <c:v>Tissue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'Detector30-60'!$E$2:$E$178</c:f>
              <c:numCache>
                <c:formatCode>General</c:formatCode>
                <c:ptCount val="177"/>
                <c:pt idx="0">
                  <c:v>35.655773167372963</c:v>
                </c:pt>
                <c:pt idx="1">
                  <c:v>22.980396617207429</c:v>
                </c:pt>
                <c:pt idx="2">
                  <c:v>34.555164930076323</c:v>
                </c:pt>
                <c:pt idx="3">
                  <c:v>29.90765847347091</c:v>
                </c:pt>
                <c:pt idx="4">
                  <c:v>38.43052427069798</c:v>
                </c:pt>
                <c:pt idx="5">
                  <c:v>21.951845144904109</c:v>
                </c:pt>
                <c:pt idx="6">
                  <c:v>19.59238690618713</c:v>
                </c:pt>
                <c:pt idx="7">
                  <c:v>38.023933252456487</c:v>
                </c:pt>
                <c:pt idx="8">
                  <c:v>28.01900355232539</c:v>
                </c:pt>
                <c:pt idx="9">
                  <c:v>26.6983301012</c:v>
                </c:pt>
                <c:pt idx="10">
                  <c:v>31.575921447737741</c:v>
                </c:pt>
                <c:pt idx="11">
                  <c:v>25.550821085948371</c:v>
                </c:pt>
                <c:pt idx="12">
                  <c:v>28.04790222320424</c:v>
                </c:pt>
                <c:pt idx="13">
                  <c:v>35.68222951727892</c:v>
                </c:pt>
                <c:pt idx="14">
                  <c:v>26.573196933773669</c:v>
                </c:pt>
                <c:pt idx="15">
                  <c:v>26.243279042483081</c:v>
                </c:pt>
                <c:pt idx="16">
                  <c:v>26.856777043211711</c:v>
                </c:pt>
                <c:pt idx="17">
                  <c:v>25.956266211318319</c:v>
                </c:pt>
                <c:pt idx="18">
                  <c:v>28.427554509331781</c:v>
                </c:pt>
                <c:pt idx="19">
                  <c:v>36.576782799140467</c:v>
                </c:pt>
                <c:pt idx="20">
                  <c:v>24.242188004168469</c:v>
                </c:pt>
                <c:pt idx="21">
                  <c:v>24.050720891513532</c:v>
                </c:pt>
                <c:pt idx="22">
                  <c:v>24.459416549260901</c:v>
                </c:pt>
                <c:pt idx="23">
                  <c:v>29.722973992290228</c:v>
                </c:pt>
                <c:pt idx="24">
                  <c:v>35.526162518214512</c:v>
                </c:pt>
                <c:pt idx="25">
                  <c:v>39.508325356059899</c:v>
                </c:pt>
                <c:pt idx="26">
                  <c:v>30.35114770351823</c:v>
                </c:pt>
                <c:pt idx="27">
                  <c:v>22.611457339806861</c:v>
                </c:pt>
                <c:pt idx="28">
                  <c:v>37.585681536766558</c:v>
                </c:pt>
                <c:pt idx="29">
                  <c:v>24.619749670347371</c:v>
                </c:pt>
                <c:pt idx="30">
                  <c:v>30.705388197285949</c:v>
                </c:pt>
                <c:pt idx="31">
                  <c:v>27.780575605846082</c:v>
                </c:pt>
                <c:pt idx="32">
                  <c:v>27.534511861005289</c:v>
                </c:pt>
                <c:pt idx="33">
                  <c:v>33.890434865754862</c:v>
                </c:pt>
                <c:pt idx="34">
                  <c:v>21.17173872387724</c:v>
                </c:pt>
                <c:pt idx="35">
                  <c:v>26.058966462355102</c:v>
                </c:pt>
                <c:pt idx="36">
                  <c:v>25.904161512699812</c:v>
                </c:pt>
                <c:pt idx="37">
                  <c:v>37.976047497852242</c:v>
                </c:pt>
                <c:pt idx="38">
                  <c:v>32.311599600856439</c:v>
                </c:pt>
                <c:pt idx="39">
                  <c:v>30.11204892503747</c:v>
                </c:pt>
                <c:pt idx="40">
                  <c:v>39.977054859645499</c:v>
                </c:pt>
                <c:pt idx="41">
                  <c:v>31.60279945553383</c:v>
                </c:pt>
                <c:pt idx="42">
                  <c:v>36.812065190697211</c:v>
                </c:pt>
                <c:pt idx="43">
                  <c:v>29.381592876669892</c:v>
                </c:pt>
                <c:pt idx="44">
                  <c:v>30.298658703741971</c:v>
                </c:pt>
                <c:pt idx="45">
                  <c:v>25.428599550036839</c:v>
                </c:pt>
                <c:pt idx="46">
                  <c:v>24.634815345989189</c:v>
                </c:pt>
                <c:pt idx="47">
                  <c:v>19.338569143173309</c:v>
                </c:pt>
                <c:pt idx="48">
                  <c:v>39.676606394823921</c:v>
                </c:pt>
                <c:pt idx="49">
                  <c:v>24.971421141796839</c:v>
                </c:pt>
                <c:pt idx="50">
                  <c:v>29.980065560223299</c:v>
                </c:pt>
                <c:pt idx="51">
                  <c:v>24.154538602666619</c:v>
                </c:pt>
                <c:pt idx="52">
                  <c:v>22.77448499332905</c:v>
                </c:pt>
                <c:pt idx="53">
                  <c:v>39.368317744309607</c:v>
                </c:pt>
                <c:pt idx="54">
                  <c:v>24.493948066816131</c:v>
                </c:pt>
                <c:pt idx="55">
                  <c:v>26.134965626855369</c:v>
                </c:pt>
                <c:pt idx="56">
                  <c:v>32.754187916888213</c:v>
                </c:pt>
                <c:pt idx="57">
                  <c:v>27.83997796896951</c:v>
                </c:pt>
                <c:pt idx="58">
                  <c:v>30.640326075963589</c:v>
                </c:pt>
                <c:pt idx="59">
                  <c:v>23.533666925177489</c:v>
                </c:pt>
                <c:pt idx="60">
                  <c:v>27.624326766934178</c:v>
                </c:pt>
                <c:pt idx="61">
                  <c:v>32.983452045133163</c:v>
                </c:pt>
                <c:pt idx="62">
                  <c:v>40.506283832087433</c:v>
                </c:pt>
                <c:pt idx="63">
                  <c:v>45.657724261089022</c:v>
                </c:pt>
                <c:pt idx="64">
                  <c:v>46.489588198611223</c:v>
                </c:pt>
                <c:pt idx="65">
                  <c:v>42.464267706226572</c:v>
                </c:pt>
                <c:pt idx="66">
                  <c:v>50.64484636016963</c:v>
                </c:pt>
                <c:pt idx="67">
                  <c:v>51.70236279400352</c:v>
                </c:pt>
                <c:pt idx="68">
                  <c:v>47.423255964258509</c:v>
                </c:pt>
                <c:pt idx="69">
                  <c:v>148.23598376963849</c:v>
                </c:pt>
                <c:pt idx="70">
                  <c:v>39.006067324348791</c:v>
                </c:pt>
                <c:pt idx="71">
                  <c:v>42.533287846976762</c:v>
                </c:pt>
                <c:pt idx="72">
                  <c:v>38.226351748777603</c:v>
                </c:pt>
                <c:pt idx="73">
                  <c:v>41.297884565330968</c:v>
                </c:pt>
                <c:pt idx="74">
                  <c:v>47.283147363927156</c:v>
                </c:pt>
                <c:pt idx="75">
                  <c:v>38.336281525779548</c:v>
                </c:pt>
                <c:pt idx="76">
                  <c:v>44.588057477202533</c:v>
                </c:pt>
                <c:pt idx="77">
                  <c:v>50.707284248843187</c:v>
                </c:pt>
                <c:pt idx="78">
                  <c:v>45.989758286397787</c:v>
                </c:pt>
                <c:pt idx="79">
                  <c:v>33.867632571454692</c:v>
                </c:pt>
                <c:pt idx="80">
                  <c:v>33.519981020106378</c:v>
                </c:pt>
                <c:pt idx="81">
                  <c:v>47.516362558846147</c:v>
                </c:pt>
                <c:pt idx="82">
                  <c:v>30.61600134927582</c:v>
                </c:pt>
                <c:pt idx="83">
                  <c:v>60.129471425001597</c:v>
                </c:pt>
                <c:pt idx="84">
                  <c:v>30.656461650403489</c:v>
                </c:pt>
                <c:pt idx="85">
                  <c:v>33.900093747045453</c:v>
                </c:pt>
                <c:pt idx="86">
                  <c:v>42.812915376956468</c:v>
                </c:pt>
                <c:pt idx="87">
                  <c:v>33.018283286081029</c:v>
                </c:pt>
                <c:pt idx="88">
                  <c:v>46.85520375454491</c:v>
                </c:pt>
                <c:pt idx="89">
                  <c:v>40.973279072109847</c:v>
                </c:pt>
                <c:pt idx="90">
                  <c:v>50.007157973194808</c:v>
                </c:pt>
                <c:pt idx="91">
                  <c:v>37.236353767344539</c:v>
                </c:pt>
                <c:pt idx="92">
                  <c:v>53.322569560352967</c:v>
                </c:pt>
                <c:pt idx="93">
                  <c:v>44.958773089360868</c:v>
                </c:pt>
                <c:pt idx="94">
                  <c:v>41.611414425980797</c:v>
                </c:pt>
                <c:pt idx="95">
                  <c:v>49.267098502900502</c:v>
                </c:pt>
                <c:pt idx="96">
                  <c:v>50.320027000155562</c:v>
                </c:pt>
                <c:pt idx="97">
                  <c:v>55.143368901187351</c:v>
                </c:pt>
                <c:pt idx="98">
                  <c:v>31.927589535281282</c:v>
                </c:pt>
                <c:pt idx="99">
                  <c:v>48.31724184624634</c:v>
                </c:pt>
                <c:pt idx="100">
                  <c:v>34.890442581918123</c:v>
                </c:pt>
                <c:pt idx="101">
                  <c:v>38.069542079259548</c:v>
                </c:pt>
                <c:pt idx="102">
                  <c:v>70.450893642113826</c:v>
                </c:pt>
                <c:pt idx="103">
                  <c:v>67.733084177836815</c:v>
                </c:pt>
                <c:pt idx="104">
                  <c:v>63.99676661874895</c:v>
                </c:pt>
                <c:pt idx="105">
                  <c:v>57.40770093773348</c:v>
                </c:pt>
                <c:pt idx="106">
                  <c:v>45.23679400681366</c:v>
                </c:pt>
                <c:pt idx="107">
                  <c:v>53.5502927084272</c:v>
                </c:pt>
                <c:pt idx="108">
                  <c:v>66.118499794552235</c:v>
                </c:pt>
                <c:pt idx="109">
                  <c:v>54.692650113173983</c:v>
                </c:pt>
                <c:pt idx="110">
                  <c:v>59.634233960276262</c:v>
                </c:pt>
                <c:pt idx="111">
                  <c:v>52.4365095473186</c:v>
                </c:pt>
                <c:pt idx="112">
                  <c:v>60.896728381425703</c:v>
                </c:pt>
                <c:pt idx="113">
                  <c:v>51.452763375609919</c:v>
                </c:pt>
                <c:pt idx="114">
                  <c:v>62.628393090607133</c:v>
                </c:pt>
                <c:pt idx="115">
                  <c:v>53.55190511867756</c:v>
                </c:pt>
                <c:pt idx="116">
                  <c:v>65.306146390834712</c:v>
                </c:pt>
                <c:pt idx="117">
                  <c:v>48.779208480994939</c:v>
                </c:pt>
                <c:pt idx="118">
                  <c:v>57.142327447142627</c:v>
                </c:pt>
                <c:pt idx="119">
                  <c:v>60.616161791200767</c:v>
                </c:pt>
                <c:pt idx="120">
                  <c:v>55.89821588886273</c:v>
                </c:pt>
                <c:pt idx="121">
                  <c:v>56.834476612726853</c:v>
                </c:pt>
                <c:pt idx="122">
                  <c:v>60.059688155899387</c:v>
                </c:pt>
                <c:pt idx="123">
                  <c:v>57.217965613240978</c:v>
                </c:pt>
                <c:pt idx="124">
                  <c:v>53.931363434014919</c:v>
                </c:pt>
                <c:pt idx="125">
                  <c:v>45.341501224770163</c:v>
                </c:pt>
                <c:pt idx="126">
                  <c:v>56.306416841070572</c:v>
                </c:pt>
                <c:pt idx="127">
                  <c:v>61.297779807191141</c:v>
                </c:pt>
                <c:pt idx="128">
                  <c:v>51.204559352615988</c:v>
                </c:pt>
                <c:pt idx="129">
                  <c:v>65.731021358558721</c:v>
                </c:pt>
                <c:pt idx="130">
                  <c:v>65.659104997588045</c:v>
                </c:pt>
                <c:pt idx="131">
                  <c:v>73.621683121297394</c:v>
                </c:pt>
                <c:pt idx="132">
                  <c:v>48.935390342236218</c:v>
                </c:pt>
                <c:pt idx="133">
                  <c:v>60.624030108190027</c:v>
                </c:pt>
                <c:pt idx="134">
                  <c:v>119.792343664154</c:v>
                </c:pt>
              </c:numCache>
            </c:numRef>
          </c:xVal>
          <c:yVal>
            <c:numRef>
              <c:f>'Detector30-60'!$I$2:$I$178</c:f>
              <c:numCache>
                <c:formatCode>General</c:formatCode>
                <c:ptCount val="177"/>
                <c:pt idx="0">
                  <c:v>5.6484720915662185</c:v>
                </c:pt>
                <c:pt idx="1">
                  <c:v>0</c:v>
                </c:pt>
                <c:pt idx="2">
                  <c:v>5.6249884113602544</c:v>
                </c:pt>
                <c:pt idx="3">
                  <c:v>5.4285802608058562</c:v>
                </c:pt>
                <c:pt idx="4">
                  <c:v>5.6727766255577601</c:v>
                </c:pt>
                <c:pt idx="5">
                  <c:v>4.6759258955758005</c:v>
                </c:pt>
                <c:pt idx="6">
                  <c:v>4.3432794787214259</c:v>
                </c:pt>
                <c:pt idx="7">
                  <c:v>5.6721788603394874</c:v>
                </c:pt>
                <c:pt idx="8">
                  <c:v>5.2998784872546389</c:v>
                </c:pt>
                <c:pt idx="9">
                  <c:v>5.1918928810666536</c:v>
                </c:pt>
                <c:pt idx="10">
                  <c:v>5.5180636650675563</c:v>
                </c:pt>
                <c:pt idx="11">
                  <c:v>5.0856928429717758</c:v>
                </c:pt>
                <c:pt idx="12">
                  <c:v>5.3020736280347913</c:v>
                </c:pt>
                <c:pt idx="13">
                  <c:v>5.6489358831571757</c:v>
                </c:pt>
                <c:pt idx="14">
                  <c:v>5.180875587544242</c:v>
                </c:pt>
                <c:pt idx="15">
                  <c:v>5.1511691893572742</c:v>
                </c:pt>
                <c:pt idx="16">
                  <c:v>5.2056467431917177</c:v>
                </c:pt>
                <c:pt idx="17">
                  <c:v>5.1245457586032996</c:v>
                </c:pt>
                <c:pt idx="18">
                  <c:v>5.3302526958426215</c:v>
                </c:pt>
                <c:pt idx="19">
                  <c:v>5.6619145074587713</c:v>
                </c:pt>
                <c:pt idx="20">
                  <c:v>4.9502643705415768</c:v>
                </c:pt>
                <c:pt idx="21">
                  <c:v>4.929156697943629</c:v>
                </c:pt>
                <c:pt idx="22">
                  <c:v>4.9738108747725072</c:v>
                </c:pt>
                <c:pt idx="23">
                  <c:v>5.41729968249959</c:v>
                </c:pt>
                <c:pt idx="24">
                  <c:v>5.646132571960802</c:v>
                </c:pt>
                <c:pt idx="25">
                  <c:v>5.6697380863990272</c:v>
                </c:pt>
                <c:pt idx="26">
                  <c:v>5.4545368302517776</c:v>
                </c:pt>
                <c:pt idx="27">
                  <c:v>4.7598353156303261</c:v>
                </c:pt>
                <c:pt idx="28">
                  <c:v>5.6704297676882982</c:v>
                </c:pt>
                <c:pt idx="29">
                  <c:v>4.990917148593554</c:v>
                </c:pt>
                <c:pt idx="30">
                  <c:v>5.4741321604978079</c:v>
                </c:pt>
                <c:pt idx="31">
                  <c:v>5.2814953314785757</c:v>
                </c:pt>
                <c:pt idx="32">
                  <c:v>5.2620125167036234</c:v>
                </c:pt>
                <c:pt idx="33">
                  <c:v>5.6067430477080666</c:v>
                </c:pt>
                <c:pt idx="34">
                  <c:v>4.5715584091116126</c:v>
                </c:pt>
                <c:pt idx="35">
                  <c:v>5.1341559158107293</c:v>
                </c:pt>
                <c:pt idx="36">
                  <c:v>5.1196343694627453</c:v>
                </c:pt>
                <c:pt idx="37">
                  <c:v>5.6720439376898391</c:v>
                </c:pt>
                <c:pt idx="38">
                  <c:v>5.5506027211075732</c:v>
                </c:pt>
                <c:pt idx="39">
                  <c:v>5.4407406841450472</c:v>
                </c:pt>
                <c:pt idx="40">
                  <c:v>5.6663912995975059</c:v>
                </c:pt>
                <c:pt idx="41">
                  <c:v>5.51932572902715</c:v>
                </c:pt>
                <c:pt idx="42">
                  <c:v>5.6644706610006743</c:v>
                </c:pt>
                <c:pt idx="43">
                  <c:v>5.3957120012881337</c:v>
                </c:pt>
                <c:pt idx="44">
                  <c:v>5.4515476928937785</c:v>
                </c:pt>
                <c:pt idx="45">
                  <c:v>5.0736938269022778</c:v>
                </c:pt>
                <c:pt idx="46">
                  <c:v>4.9925126331501763</c:v>
                </c:pt>
                <c:pt idx="47">
                  <c:v>4.3044824958367025</c:v>
                </c:pt>
                <c:pt idx="48">
                  <c:v>5.6686747144762943</c:v>
                </c:pt>
                <c:pt idx="49">
                  <c:v>5.027627557055097</c:v>
                </c:pt>
                <c:pt idx="50">
                  <c:v>5.4329270174374455</c:v>
                </c:pt>
                <c:pt idx="51">
                  <c:v>4.9406428993858071</c:v>
                </c:pt>
                <c:pt idx="52">
                  <c:v>4.7799618760245597</c:v>
                </c:pt>
                <c:pt idx="53">
                  <c:v>5.6705035516546607</c:v>
                </c:pt>
                <c:pt idx="54">
                  <c:v>4.9775146923480325</c:v>
                </c:pt>
                <c:pt idx="55">
                  <c:v>5.1412074819453055</c:v>
                </c:pt>
                <c:pt idx="56">
                  <c:v>5.5681987658983951</c:v>
                </c:pt>
                <c:pt idx="57">
                  <c:v>5.2861208241058604</c:v>
                </c:pt>
                <c:pt idx="58">
                  <c:v>5.4706083731032127</c:v>
                </c:pt>
                <c:pt idx="59">
                  <c:v>4.8704961550334032</c:v>
                </c:pt>
                <c:pt idx="60">
                  <c:v>5.2691841807550635</c:v>
                </c:pt>
                <c:pt idx="61">
                  <c:v>5.5767382531929144</c:v>
                </c:pt>
                <c:pt idx="62">
                  <c:v>5.6611905738941335</c:v>
                </c:pt>
                <c:pt idx="63">
                  <c:v>5.5404462787835165</c:v>
                </c:pt>
                <c:pt idx="64">
                  <c:v>5.5105420668314729</c:v>
                </c:pt>
                <c:pt idx="65">
                  <c:v>5.6295379773600738</c:v>
                </c:pt>
                <c:pt idx="66">
                  <c:v>5.3271154538510546</c:v>
                </c:pt>
                <c:pt idx="67">
                  <c:v>5.2727267327864267</c:v>
                </c:pt>
                <c:pt idx="68">
                  <c:v>5.4740461560184155</c:v>
                </c:pt>
                <c:pt idx="69">
                  <c:v>0.68284929103402026</c:v>
                </c:pt>
                <c:pt idx="70">
                  <c:v>5.6719754550415207</c:v>
                </c:pt>
                <c:pt idx="71">
                  <c:v>5.6280829068812981</c:v>
                </c:pt>
                <c:pt idx="72">
                  <c:v>5.6725984747835438</c:v>
                </c:pt>
                <c:pt idx="73">
                  <c:v>5.650687703423718</c:v>
                </c:pt>
                <c:pt idx="74">
                  <c:v>5.4797127853259848</c:v>
                </c:pt>
                <c:pt idx="75">
                  <c:v>5.672724823528859</c:v>
                </c:pt>
                <c:pt idx="76">
                  <c:v>5.5750275038847494</c:v>
                </c:pt>
                <c:pt idx="77">
                  <c:v>5.3239809340299811</c:v>
                </c:pt>
                <c:pt idx="78">
                  <c:v>5.5288157325097851</c:v>
                </c:pt>
                <c:pt idx="79">
                  <c:v>5.6060616067294475</c:v>
                </c:pt>
                <c:pt idx="80">
                  <c:v>5.5952095366011356</c:v>
                </c:pt>
                <c:pt idx="81">
                  <c:v>5.4702443528547633</c:v>
                </c:pt>
                <c:pt idx="82">
                  <c:v>5.4692822669638241</c:v>
                </c:pt>
                <c:pt idx="83">
                  <c:v>4.7659508187999808</c:v>
                </c:pt>
                <c:pt idx="84">
                  <c:v>5.4714854283288288</c:v>
                </c:pt>
                <c:pt idx="85">
                  <c:v>5.6070305802477538</c:v>
                </c:pt>
                <c:pt idx="86">
                  <c:v>5.6219621706942169</c:v>
                </c:pt>
                <c:pt idx="87">
                  <c:v>5.5780015470637654</c:v>
                </c:pt>
                <c:pt idx="88">
                  <c:v>5.4966092492803842</c:v>
                </c:pt>
                <c:pt idx="89">
                  <c:v>5.6553820964458241</c:v>
                </c:pt>
                <c:pt idx="90">
                  <c:v>5.358549308022031</c:v>
                </c:pt>
                <c:pt idx="91">
                  <c:v>5.6681985881913644</c:v>
                </c:pt>
                <c:pt idx="92">
                  <c:v>5.1844536310124543</c:v>
                </c:pt>
                <c:pt idx="93">
                  <c:v>5.5635536041047473</c:v>
                </c:pt>
                <c:pt idx="94">
                  <c:v>5.6456526700283076</c:v>
                </c:pt>
                <c:pt idx="95">
                  <c:v>5.3936495597787824</c:v>
                </c:pt>
                <c:pt idx="96">
                  <c:v>5.343260323479929</c:v>
                </c:pt>
                <c:pt idx="97">
                  <c:v>5.0790833383413254</c:v>
                </c:pt>
                <c:pt idx="98">
                  <c:v>5.534135341052389</c:v>
                </c:pt>
                <c:pt idx="99">
                  <c:v>5.436381340555732</c:v>
                </c:pt>
                <c:pt idx="100">
                  <c:v>5.6330184638378515</c:v>
                </c:pt>
                <c:pt idx="101">
                  <c:v>5.6722946499715965</c:v>
                </c:pt>
                <c:pt idx="102">
                  <c:v>4.0684110026116871</c:v>
                </c:pt>
                <c:pt idx="103">
                  <c:v>4.2535401939654589</c:v>
                </c:pt>
                <c:pt idx="104">
                  <c:v>4.5078820016089454</c:v>
                </c:pt>
                <c:pt idx="105">
                  <c:v>4.9406227166601164</c:v>
                </c:pt>
                <c:pt idx="106">
                  <c:v>5.5545895800637792</c:v>
                </c:pt>
                <c:pt idx="107">
                  <c:v>5.1716099898451233</c:v>
                </c:pt>
                <c:pt idx="108">
                  <c:v>4.3636912144256828</c:v>
                </c:pt>
                <c:pt idx="109">
                  <c:v>5.10571370245159</c:v>
                </c:pt>
                <c:pt idx="110">
                  <c:v>4.7982721590868316</c:v>
                </c:pt>
                <c:pt idx="111">
                  <c:v>5.2334284817858894</c:v>
                </c:pt>
                <c:pt idx="112">
                  <c:v>4.715484701453847</c:v>
                </c:pt>
                <c:pt idx="113">
                  <c:v>5.2858071739941197</c:v>
                </c:pt>
                <c:pt idx="114">
                  <c:v>4.6001259350902624</c:v>
                </c:pt>
                <c:pt idx="115">
                  <c:v>5.1715186890421041</c:v>
                </c:pt>
                <c:pt idx="116">
                  <c:v>4.4190145703225232</c:v>
                </c:pt>
                <c:pt idx="117">
                  <c:v>5.4159352285020965</c:v>
                </c:pt>
                <c:pt idx="118">
                  <c:v>4.9572151829920408</c:v>
                </c:pt>
                <c:pt idx="119">
                  <c:v>4.7339909978852939</c:v>
                </c:pt>
                <c:pt idx="120">
                  <c:v>5.0337509896663128</c:v>
                </c:pt>
                <c:pt idx="121">
                  <c:v>4.9763505351974917</c:v>
                </c:pt>
                <c:pt idx="122">
                  <c:v>4.7705177589546688</c:v>
                </c:pt>
                <c:pt idx="123">
                  <c:v>4.9524949477730029</c:v>
                </c:pt>
                <c:pt idx="124">
                  <c:v>5.149894274492647</c:v>
                </c:pt>
                <c:pt idx="125">
                  <c:v>5.5511351614616231</c:v>
                </c:pt>
                <c:pt idx="126">
                  <c:v>5.0088772969023321</c:v>
                </c:pt>
                <c:pt idx="127">
                  <c:v>4.6889340559552046</c:v>
                </c:pt>
                <c:pt idx="128">
                  <c:v>5.2986679014606706</c:v>
                </c:pt>
                <c:pt idx="129">
                  <c:v>4.3900927795321332</c:v>
                </c:pt>
                <c:pt idx="130">
                  <c:v>4.3949904573864016</c:v>
                </c:pt>
                <c:pt idx="131">
                  <c:v>3.8545936586601859</c:v>
                </c:pt>
                <c:pt idx="132">
                  <c:v>5.408877300837494</c:v>
                </c:pt>
                <c:pt idx="133">
                  <c:v>4.7334727948210213</c:v>
                </c:pt>
                <c:pt idx="134">
                  <c:v>1.5036828140167477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F81-4405-9833-43D063E2A71D}"/>
            </c:ext>
          </c:extLst>
        </c:ser>
        <c:ser>
          <c:idx val="1"/>
          <c:order val="1"/>
          <c:tx>
            <c:v>Tumor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'Detector30-60'!$P$2:$P$178</c:f>
              <c:numCache>
                <c:formatCode>General</c:formatCode>
                <c:ptCount val="177"/>
                <c:pt idx="0">
                  <c:v>25.214752845200859</c:v>
                </c:pt>
                <c:pt idx="1">
                  <c:v>23.03853516036656</c:v>
                </c:pt>
                <c:pt idx="2">
                  <c:v>26.90233204285795</c:v>
                </c:pt>
                <c:pt idx="3">
                  <c:v>25.70493964048984</c:v>
                </c:pt>
                <c:pt idx="4">
                  <c:v>34.589795244244442</c:v>
                </c:pt>
                <c:pt idx="5">
                  <c:v>37.955089530371673</c:v>
                </c:pt>
                <c:pt idx="6">
                  <c:v>20.803758434151231</c:v>
                </c:pt>
                <c:pt idx="7">
                  <c:v>22.232840378600319</c:v>
                </c:pt>
                <c:pt idx="8">
                  <c:v>22.122159259445581</c:v>
                </c:pt>
                <c:pt idx="9">
                  <c:v>24.538306133864431</c:v>
                </c:pt>
                <c:pt idx="10">
                  <c:v>38.192341618923201</c:v>
                </c:pt>
                <c:pt idx="11">
                  <c:v>26.657510579097352</c:v>
                </c:pt>
                <c:pt idx="12">
                  <c:v>22.280251303055159</c:v>
                </c:pt>
                <c:pt idx="13">
                  <c:v>19.670298535417171</c:v>
                </c:pt>
                <c:pt idx="14">
                  <c:v>27.686973969919521</c:v>
                </c:pt>
                <c:pt idx="15">
                  <c:v>39.157388348332198</c:v>
                </c:pt>
                <c:pt idx="16">
                  <c:v>33.005691390173567</c:v>
                </c:pt>
                <c:pt idx="17">
                  <c:v>36.907221258506659</c:v>
                </c:pt>
                <c:pt idx="18">
                  <c:v>29.778620865346198</c:v>
                </c:pt>
                <c:pt idx="19">
                  <c:v>36.445606936181093</c:v>
                </c:pt>
                <c:pt idx="20">
                  <c:v>33.268488333727262</c:v>
                </c:pt>
                <c:pt idx="21">
                  <c:v>37.656938498177347</c:v>
                </c:pt>
                <c:pt idx="22">
                  <c:v>27.483733055706811</c:v>
                </c:pt>
                <c:pt idx="23">
                  <c:v>33.111801786629108</c:v>
                </c:pt>
                <c:pt idx="24">
                  <c:v>34.846473260434543</c:v>
                </c:pt>
                <c:pt idx="25">
                  <c:v>28.519752236664761</c:v>
                </c:pt>
                <c:pt idx="26">
                  <c:v>33.596961835684198</c:v>
                </c:pt>
                <c:pt idx="27">
                  <c:v>26.609331489604539</c:v>
                </c:pt>
                <c:pt idx="28">
                  <c:v>30.126384536066471</c:v>
                </c:pt>
                <c:pt idx="29">
                  <c:v>21.368100167137001</c:v>
                </c:pt>
                <c:pt idx="30">
                  <c:v>33.579967076401203</c:v>
                </c:pt>
                <c:pt idx="31">
                  <c:v>26.08309584964023</c:v>
                </c:pt>
                <c:pt idx="32">
                  <c:v>37.860595526684307</c:v>
                </c:pt>
                <c:pt idx="33">
                  <c:v>25.19331779388061</c:v>
                </c:pt>
                <c:pt idx="34">
                  <c:v>31.137473197143802</c:v>
                </c:pt>
                <c:pt idx="35">
                  <c:v>39.517515301073487</c:v>
                </c:pt>
                <c:pt idx="36">
                  <c:v>23.509278655051052</c:v>
                </c:pt>
                <c:pt idx="37">
                  <c:v>39.590756219271761</c:v>
                </c:pt>
                <c:pt idx="38">
                  <c:v>34.142365989884922</c:v>
                </c:pt>
                <c:pt idx="39">
                  <c:v>27.631024499568952</c:v>
                </c:pt>
                <c:pt idx="40">
                  <c:v>22.824504676578531</c:v>
                </c:pt>
                <c:pt idx="41">
                  <c:v>27.658415846916299</c:v>
                </c:pt>
                <c:pt idx="42">
                  <c:v>21.498138787257648</c:v>
                </c:pt>
                <c:pt idx="43">
                  <c:v>31.363011786263328</c:v>
                </c:pt>
                <c:pt idx="44">
                  <c:v>32.325384114401658</c:v>
                </c:pt>
                <c:pt idx="45">
                  <c:v>25.505942699674101</c:v>
                </c:pt>
                <c:pt idx="46">
                  <c:v>33.449831625644748</c:v>
                </c:pt>
                <c:pt idx="47">
                  <c:v>26.975400723149029</c:v>
                </c:pt>
                <c:pt idx="48">
                  <c:v>31.458279607106881</c:v>
                </c:pt>
                <c:pt idx="49">
                  <c:v>25.80422940119081</c:v>
                </c:pt>
                <c:pt idx="50">
                  <c:v>29.532389407121141</c:v>
                </c:pt>
                <c:pt idx="51">
                  <c:v>37.877359499783502</c:v>
                </c:pt>
                <c:pt idx="52">
                  <c:v>20.288824071444679</c:v>
                </c:pt>
                <c:pt idx="53">
                  <c:v>21.696053393231171</c:v>
                </c:pt>
                <c:pt idx="54">
                  <c:v>19.542230676800251</c:v>
                </c:pt>
                <c:pt idx="55">
                  <c:v>40.622043266784303</c:v>
                </c:pt>
                <c:pt idx="56">
                  <c:v>23.044322215487789</c:v>
                </c:pt>
                <c:pt idx="57">
                  <c:v>33.826292199359699</c:v>
                </c:pt>
                <c:pt idx="58">
                  <c:v>26.989520353224851</c:v>
                </c:pt>
                <c:pt idx="59">
                  <c:v>31.627078390596001</c:v>
                </c:pt>
                <c:pt idx="60">
                  <c:v>24.718913475127628</c:v>
                </c:pt>
                <c:pt idx="61">
                  <c:v>32.143673479687131</c:v>
                </c:pt>
                <c:pt idx="62">
                  <c:v>31.900616409781939</c:v>
                </c:pt>
                <c:pt idx="63">
                  <c:v>25.27105163180784</c:v>
                </c:pt>
                <c:pt idx="64">
                  <c:v>28.93837924276205</c:v>
                </c:pt>
                <c:pt idx="65">
                  <c:v>26.570503467630129</c:v>
                </c:pt>
                <c:pt idx="66">
                  <c:v>22.372722786348291</c:v>
                </c:pt>
                <c:pt idx="67">
                  <c:v>39.77256752158717</c:v>
                </c:pt>
                <c:pt idx="68">
                  <c:v>32.08574798978394</c:v>
                </c:pt>
                <c:pt idx="69">
                  <c:v>24.253346966882312</c:v>
                </c:pt>
                <c:pt idx="70">
                  <c:v>39.057604795261263</c:v>
                </c:pt>
                <c:pt idx="71">
                  <c:v>30.048974784202379</c:v>
                </c:pt>
                <c:pt idx="72">
                  <c:v>30.898360621466949</c:v>
                </c:pt>
                <c:pt idx="73">
                  <c:v>32.42996784059617</c:v>
                </c:pt>
                <c:pt idx="74">
                  <c:v>28.13462046066622</c:v>
                </c:pt>
                <c:pt idx="75">
                  <c:v>36.475324781251679</c:v>
                </c:pt>
                <c:pt idx="76">
                  <c:v>23.56280661293064</c:v>
                </c:pt>
                <c:pt idx="77">
                  <c:v>29.207726055283079</c:v>
                </c:pt>
                <c:pt idx="78">
                  <c:v>32.608977391778787</c:v>
                </c:pt>
                <c:pt idx="79">
                  <c:v>19.670533223351899</c:v>
                </c:pt>
                <c:pt idx="80">
                  <c:v>23.538295907497361</c:v>
                </c:pt>
                <c:pt idx="81">
                  <c:v>27.94016057013603</c:v>
                </c:pt>
                <c:pt idx="82">
                  <c:v>35.967363348674361</c:v>
                </c:pt>
                <c:pt idx="83">
                  <c:v>39.999470588832601</c:v>
                </c:pt>
                <c:pt idx="84">
                  <c:v>50.165971186841823</c:v>
                </c:pt>
                <c:pt idx="85">
                  <c:v>36.21990833040438</c:v>
                </c:pt>
                <c:pt idx="86">
                  <c:v>41.022420729192561</c:v>
                </c:pt>
                <c:pt idx="87">
                  <c:v>37.934066629926917</c:v>
                </c:pt>
                <c:pt idx="88">
                  <c:v>39.32927704878287</c:v>
                </c:pt>
                <c:pt idx="89">
                  <c:v>45.70864795037712</c:v>
                </c:pt>
                <c:pt idx="90">
                  <c:v>46.862221894948121</c:v>
                </c:pt>
                <c:pt idx="91">
                  <c:v>39.956241475796382</c:v>
                </c:pt>
                <c:pt idx="92">
                  <c:v>56.644419902755139</c:v>
                </c:pt>
                <c:pt idx="93">
                  <c:v>50.090989245868741</c:v>
                </c:pt>
                <c:pt idx="94">
                  <c:v>38.699661431456583</c:v>
                </c:pt>
                <c:pt idx="95">
                  <c:v>34.483710730093769</c:v>
                </c:pt>
                <c:pt idx="96">
                  <c:v>42.430721824810057</c:v>
                </c:pt>
                <c:pt idx="97">
                  <c:v>34.435777385919032</c:v>
                </c:pt>
                <c:pt idx="98">
                  <c:v>53.327041993150416</c:v>
                </c:pt>
                <c:pt idx="99">
                  <c:v>37.045847808684869</c:v>
                </c:pt>
                <c:pt idx="100">
                  <c:v>53.141920195301033</c:v>
                </c:pt>
                <c:pt idx="101">
                  <c:v>35.931659708370177</c:v>
                </c:pt>
                <c:pt idx="102">
                  <c:v>39.577867774606752</c:v>
                </c:pt>
                <c:pt idx="103">
                  <c:v>39.019362682496237</c:v>
                </c:pt>
                <c:pt idx="104">
                  <c:v>44.08762070345243</c:v>
                </c:pt>
                <c:pt idx="105">
                  <c:v>36.954530242511012</c:v>
                </c:pt>
                <c:pt idx="106">
                  <c:v>39.644601000842982</c:v>
                </c:pt>
                <c:pt idx="107">
                  <c:v>42.643765123724421</c:v>
                </c:pt>
                <c:pt idx="108">
                  <c:v>37.229668633663842</c:v>
                </c:pt>
                <c:pt idx="109">
                  <c:v>39.215666891137573</c:v>
                </c:pt>
                <c:pt idx="110">
                  <c:v>52.854241121807583</c:v>
                </c:pt>
                <c:pt idx="111">
                  <c:v>35.102771690606183</c:v>
                </c:pt>
                <c:pt idx="112">
                  <c:v>45.150413887845772</c:v>
                </c:pt>
                <c:pt idx="113">
                  <c:v>58.47721811654695</c:v>
                </c:pt>
                <c:pt idx="114">
                  <c:v>40.644865121163761</c:v>
                </c:pt>
                <c:pt idx="115">
                  <c:v>34.893860701598172</c:v>
                </c:pt>
                <c:pt idx="116">
                  <c:v>44.087794643953167</c:v>
                </c:pt>
                <c:pt idx="117">
                  <c:v>40.989049263408383</c:v>
                </c:pt>
                <c:pt idx="118">
                  <c:v>35.514991716530382</c:v>
                </c:pt>
                <c:pt idx="119">
                  <c:v>36.974547308438247</c:v>
                </c:pt>
                <c:pt idx="120">
                  <c:v>52.145208341003958</c:v>
                </c:pt>
                <c:pt idx="121">
                  <c:v>45.277101239542851</c:v>
                </c:pt>
                <c:pt idx="122">
                  <c:v>47.679725017047332</c:v>
                </c:pt>
                <c:pt idx="123">
                  <c:v>43.409651346128832</c:v>
                </c:pt>
                <c:pt idx="124">
                  <c:v>41.302069126248092</c:v>
                </c:pt>
                <c:pt idx="125">
                  <c:v>47.823202122877831</c:v>
                </c:pt>
                <c:pt idx="126">
                  <c:v>37.511878591119682</c:v>
                </c:pt>
                <c:pt idx="127">
                  <c:v>39.801821171649472</c:v>
                </c:pt>
                <c:pt idx="128">
                  <c:v>50.510220297306397</c:v>
                </c:pt>
                <c:pt idx="129">
                  <c:v>37.58940997000682</c:v>
                </c:pt>
                <c:pt idx="130">
                  <c:v>45.150461603946589</c:v>
                </c:pt>
                <c:pt idx="131">
                  <c:v>46.507861679411178</c:v>
                </c:pt>
                <c:pt idx="132">
                  <c:v>52.238268274992947</c:v>
                </c:pt>
                <c:pt idx="133">
                  <c:v>53.654258240415082</c:v>
                </c:pt>
                <c:pt idx="134">
                  <c:v>68.695787039210444</c:v>
                </c:pt>
                <c:pt idx="135">
                  <c:v>51.157682560871329</c:v>
                </c:pt>
                <c:pt idx="136">
                  <c:v>56.642854220103033</c:v>
                </c:pt>
                <c:pt idx="137">
                  <c:v>71.29392554296264</c:v>
                </c:pt>
                <c:pt idx="138">
                  <c:v>60.341419122807253</c:v>
                </c:pt>
                <c:pt idx="139">
                  <c:v>57.220445211820333</c:v>
                </c:pt>
                <c:pt idx="140">
                  <c:v>64.272115958302848</c:v>
                </c:pt>
                <c:pt idx="141">
                  <c:v>69.785819143830011</c:v>
                </c:pt>
                <c:pt idx="142">
                  <c:v>48.293068399108598</c:v>
                </c:pt>
                <c:pt idx="143">
                  <c:v>60.266289098868917</c:v>
                </c:pt>
                <c:pt idx="144">
                  <c:v>70.826113137603727</c:v>
                </c:pt>
                <c:pt idx="145">
                  <c:v>56.465194194679277</c:v>
                </c:pt>
                <c:pt idx="146">
                  <c:v>50.448228692565522</c:v>
                </c:pt>
                <c:pt idx="147">
                  <c:v>70.158534936691353</c:v>
                </c:pt>
                <c:pt idx="148">
                  <c:v>60.633309181018639</c:v>
                </c:pt>
                <c:pt idx="149">
                  <c:v>62.57081993232935</c:v>
                </c:pt>
                <c:pt idx="150">
                  <c:v>68.268203454962219</c:v>
                </c:pt>
                <c:pt idx="151">
                  <c:v>56.581461693860987</c:v>
                </c:pt>
                <c:pt idx="152">
                  <c:v>66.865746152909793</c:v>
                </c:pt>
                <c:pt idx="153">
                  <c:v>50.285220989683509</c:v>
                </c:pt>
                <c:pt idx="154">
                  <c:v>66.877323073136665</c:v>
                </c:pt>
                <c:pt idx="155">
                  <c:v>64.931638358549691</c:v>
                </c:pt>
                <c:pt idx="156">
                  <c:v>54.700171379461963</c:v>
                </c:pt>
                <c:pt idx="157">
                  <c:v>51.258067026274482</c:v>
                </c:pt>
                <c:pt idx="158">
                  <c:v>65.0359957655172</c:v>
                </c:pt>
                <c:pt idx="159">
                  <c:v>68.576739390441404</c:v>
                </c:pt>
                <c:pt idx="160">
                  <c:v>59.939867343907139</c:v>
                </c:pt>
                <c:pt idx="161">
                  <c:v>60.766823959773397</c:v>
                </c:pt>
                <c:pt idx="162">
                  <c:v>56.772028051555189</c:v>
                </c:pt>
                <c:pt idx="163">
                  <c:v>66.909181997977143</c:v>
                </c:pt>
                <c:pt idx="164">
                  <c:v>64.594101830067501</c:v>
                </c:pt>
                <c:pt idx="165">
                  <c:v>52.312494904700117</c:v>
                </c:pt>
                <c:pt idx="166">
                  <c:v>53.134884779904539</c:v>
                </c:pt>
                <c:pt idx="167">
                  <c:v>63.588295541101331</c:v>
                </c:pt>
                <c:pt idx="168">
                  <c:v>69.875330080398399</c:v>
                </c:pt>
                <c:pt idx="169">
                  <c:v>62.632188225701867</c:v>
                </c:pt>
                <c:pt idx="170">
                  <c:v>58.014159725805747</c:v>
                </c:pt>
                <c:pt idx="171">
                  <c:v>48.533878241131987</c:v>
                </c:pt>
                <c:pt idx="172">
                  <c:v>52.627236338019543</c:v>
                </c:pt>
                <c:pt idx="173">
                  <c:v>51.267119570362823</c:v>
                </c:pt>
                <c:pt idx="174">
                  <c:v>59.29844501097562</c:v>
                </c:pt>
                <c:pt idx="175">
                  <c:v>65.56174846007282</c:v>
                </c:pt>
                <c:pt idx="176">
                  <c:v>54.475469637457671</c:v>
                </c:pt>
              </c:numCache>
            </c:numRef>
          </c:xVal>
          <c:yVal>
            <c:numRef>
              <c:f>'Detector30-60'!$T$2:$T$178</c:f>
              <c:numCache>
                <c:formatCode>General</c:formatCode>
                <c:ptCount val="177"/>
                <c:pt idx="0">
                  <c:v>5.0523789166926907</c:v>
                </c:pt>
                <c:pt idx="1">
                  <c:v>4.8120459000079379</c:v>
                </c:pt>
                <c:pt idx="2">
                  <c:v>5.2095605394520854</c:v>
                </c:pt>
                <c:pt idx="3">
                  <c:v>5.100633714538537</c:v>
                </c:pt>
                <c:pt idx="4">
                  <c:v>5.6258538973494572</c:v>
                </c:pt>
                <c:pt idx="5">
                  <c:v>5.6719805754452235</c:v>
                </c:pt>
                <c:pt idx="6">
                  <c:v>4.5203991217067205</c:v>
                </c:pt>
                <c:pt idx="7">
                  <c:v>4.7121572153977196</c:v>
                </c:pt>
                <c:pt idx="8">
                  <c:v>4.697972178494604</c:v>
                </c:pt>
                <c:pt idx="9">
                  <c:v>4.9822567207976398</c:v>
                </c:pt>
                <c:pt idx="10">
                  <c:v>5.6725449490782784</c:v>
                </c:pt>
                <c:pt idx="11">
                  <c:v>5.1883140151096203</c:v>
                </c:pt>
                <c:pt idx="12">
                  <c:v>4.7181992286873644</c:v>
                </c:pt>
                <c:pt idx="13">
                  <c:v>4.3550718149241305</c:v>
                </c:pt>
                <c:pt idx="14">
                  <c:v>5.2741454492027398</c:v>
                </c:pt>
                <c:pt idx="15">
                  <c:v>5.6714503819487634</c:v>
                </c:pt>
                <c:pt idx="16">
                  <c:v>5.5775458860766287</c:v>
                </c:pt>
                <c:pt idx="17">
                  <c:v>5.6654048949122533</c:v>
                </c:pt>
                <c:pt idx="18">
                  <c:v>5.4207279342299124</c:v>
                </c:pt>
                <c:pt idx="19">
                  <c:v>5.6603361052060848</c:v>
                </c:pt>
                <c:pt idx="20">
                  <c:v>5.5868136428377433</c:v>
                </c:pt>
                <c:pt idx="21">
                  <c:v>5.6707931790761599</c:v>
                </c:pt>
                <c:pt idx="22">
                  <c:v>5.2579271199208577</c:v>
                </c:pt>
                <c:pt idx="23">
                  <c:v>5.581349090260078</c:v>
                </c:pt>
                <c:pt idx="24">
                  <c:v>5.6320096048084967</c:v>
                </c:pt>
                <c:pt idx="25">
                  <c:v>5.3369116909468008</c:v>
                </c:pt>
                <c:pt idx="26">
                  <c:v>5.5976876393605099</c:v>
                </c:pt>
                <c:pt idx="27">
                  <c:v>5.1840711242918509</c:v>
                </c:pt>
                <c:pt idx="28">
                  <c:v>5.4415808757635302</c:v>
                </c:pt>
                <c:pt idx="29">
                  <c:v>4.5983523432353275</c:v>
                </c:pt>
                <c:pt idx="30">
                  <c:v>5.597144246650144</c:v>
                </c:pt>
                <c:pt idx="31">
                  <c:v>5.1364002855403141</c:v>
                </c:pt>
                <c:pt idx="32">
                  <c:v>5.6716622065980662</c:v>
                </c:pt>
                <c:pt idx="33">
                  <c:v>5.050219867608968</c:v>
                </c:pt>
                <c:pt idx="34">
                  <c:v>5.4966818498728491</c:v>
                </c:pt>
                <c:pt idx="35">
                  <c:v>5.6696840434232785</c:v>
                </c:pt>
                <c:pt idx="36">
                  <c:v>4.8676693394872022</c:v>
                </c:pt>
                <c:pt idx="37">
                  <c:v>5.6692366776036023</c:v>
                </c:pt>
                <c:pt idx="38">
                  <c:v>5.6140253049745388</c:v>
                </c:pt>
                <c:pt idx="39">
                  <c:v>5.2697162098236197</c:v>
                </c:pt>
                <c:pt idx="40">
                  <c:v>4.7860884408845799</c:v>
                </c:pt>
                <c:pt idx="41">
                  <c:v>5.2718880063784672</c:v>
                </c:pt>
                <c:pt idx="42">
                  <c:v>4.6159025911753471</c:v>
                </c:pt>
                <c:pt idx="43">
                  <c:v>5.5078681300797721</c:v>
                </c:pt>
                <c:pt idx="44">
                  <c:v>5.5511730032418365</c:v>
                </c:pt>
                <c:pt idx="45">
                  <c:v>5.0813024053155074</c:v>
                </c:pt>
                <c:pt idx="46">
                  <c:v>5.5929139414005888</c:v>
                </c:pt>
                <c:pt idx="47">
                  <c:v>5.2158003601672451</c:v>
                </c:pt>
                <c:pt idx="48">
                  <c:v>5.5124737886468393</c:v>
                </c:pt>
                <c:pt idx="49">
                  <c:v>5.1101474358275389</c:v>
                </c:pt>
                <c:pt idx="50">
                  <c:v>5.405365991991955</c:v>
                </c:pt>
                <c:pt idx="51">
                  <c:v>5.6717225979983237</c:v>
                </c:pt>
                <c:pt idx="52">
                  <c:v>4.446737558802166</c:v>
                </c:pt>
                <c:pt idx="53">
                  <c:v>4.6423170597283132</c:v>
                </c:pt>
                <c:pt idx="54">
                  <c:v>4.335659034770508</c:v>
                </c:pt>
                <c:pt idx="55">
                  <c:v>5.659856045846209</c:v>
                </c:pt>
                <c:pt idx="56">
                  <c:v>4.8127419523801942</c:v>
                </c:pt>
                <c:pt idx="57">
                  <c:v>5.6048166723342545</c:v>
                </c:pt>
                <c:pt idx="58">
                  <c:v>5.2170007682492443</c:v>
                </c:pt>
                <c:pt idx="59">
                  <c:v>5.520460941903143</c:v>
                </c:pt>
                <c:pt idx="60">
                  <c:v>5.0013812561636506</c:v>
                </c:pt>
                <c:pt idx="61">
                  <c:v>5.543539752670088</c:v>
                </c:pt>
                <c:pt idx="62">
                  <c:v>5.5329363409079821</c:v>
                </c:pt>
                <c:pt idx="63">
                  <c:v>5.0580300522987498</c:v>
                </c:pt>
                <c:pt idx="64">
                  <c:v>5.3662476263238528</c:v>
                </c:pt>
                <c:pt idx="65">
                  <c:v>5.1806369341480565</c:v>
                </c:pt>
                <c:pt idx="66">
                  <c:v>4.7299246562148536</c:v>
                </c:pt>
                <c:pt idx="67">
                  <c:v>5.6679987816632229</c:v>
                </c:pt>
                <c:pt idx="68">
                  <c:v>5.5410536861784969</c:v>
                </c:pt>
                <c:pt idx="69">
                  <c:v>4.9514843312080234</c:v>
                </c:pt>
                <c:pt idx="70">
                  <c:v>5.6718111668751039</c:v>
                </c:pt>
                <c:pt idx="71">
                  <c:v>5.4370242082871201</c:v>
                </c:pt>
                <c:pt idx="72">
                  <c:v>5.4843856058456515</c:v>
                </c:pt>
                <c:pt idx="73">
                  <c:v>5.5554529885140429</c:v>
                </c:pt>
                <c:pt idx="74">
                  <c:v>5.3086180311038671</c:v>
                </c:pt>
                <c:pt idx="75">
                  <c:v>5.6607033550637977</c:v>
                </c:pt>
                <c:pt idx="76">
                  <c:v>4.8738666147749408</c:v>
                </c:pt>
                <c:pt idx="77">
                  <c:v>5.3843479078669017</c:v>
                </c:pt>
                <c:pt idx="78">
                  <c:v>5.5625876265758611</c:v>
                </c:pt>
                <c:pt idx="79">
                  <c:v>4.3551072532502415</c:v>
                </c:pt>
                <c:pt idx="80">
                  <c:v>4.8710320845737884</c:v>
                </c:pt>
                <c:pt idx="81">
                  <c:v>5.2938533458057897</c:v>
                </c:pt>
                <c:pt idx="82">
                  <c:v>5.6536402995142749</c:v>
                </c:pt>
                <c:pt idx="83">
                  <c:v>5.6662013346850673</c:v>
                </c:pt>
                <c:pt idx="84">
                  <c:v>5.3508211402215657</c:v>
                </c:pt>
                <c:pt idx="85">
                  <c:v>5.6573611955363345</c:v>
                </c:pt>
                <c:pt idx="86">
                  <c:v>5.6547056876742738</c:v>
                </c:pt>
                <c:pt idx="87">
                  <c:v>5.6719143759035315</c:v>
                </c:pt>
                <c:pt idx="88">
                  <c:v>5.6706975685833187</c:v>
                </c:pt>
                <c:pt idx="89">
                  <c:v>5.5386893644666841</c:v>
                </c:pt>
                <c:pt idx="90">
                  <c:v>5.4963372241979327</c:v>
                </c:pt>
                <c:pt idx="91">
                  <c:v>5.6665652602249788</c:v>
                </c:pt>
                <c:pt idx="92">
                  <c:v>4.9881014383201272</c:v>
                </c:pt>
                <c:pt idx="93">
                  <c:v>5.3544783328128345</c:v>
                </c:pt>
                <c:pt idx="94">
                  <c:v>5.6726395754184722</c:v>
                </c:pt>
                <c:pt idx="95">
                  <c:v>5.6231762095354432</c:v>
                </c:pt>
                <c:pt idx="96">
                  <c:v>5.630237158640325</c:v>
                </c:pt>
                <c:pt idx="97">
                  <c:v>5.6219405597599135</c:v>
                </c:pt>
                <c:pt idx="98">
                  <c:v>5.1842023655353779</c:v>
                </c:pt>
                <c:pt idx="99">
                  <c:v>5.6666640392169789</c:v>
                </c:pt>
                <c:pt idx="100">
                  <c:v>5.1945693730230476</c:v>
                </c:pt>
                <c:pt idx="101">
                  <c:v>5.6530805889639382</c:v>
                </c:pt>
                <c:pt idx="102">
                  <c:v>5.6693175459455585</c:v>
                </c:pt>
                <c:pt idx="103">
                  <c:v>5.6719345141750406</c:v>
                </c:pt>
                <c:pt idx="104">
                  <c:v>5.5896255958147076</c:v>
                </c:pt>
                <c:pt idx="105">
                  <c:v>5.6658481530611118</c:v>
                </c:pt>
                <c:pt idx="106">
                  <c:v>5.6688889480436773</c:v>
                </c:pt>
                <c:pt idx="107">
                  <c:v>5.6257077808201483</c:v>
                </c:pt>
                <c:pt idx="108">
                  <c:v>5.6681485570601451</c:v>
                </c:pt>
                <c:pt idx="109">
                  <c:v>5.6712137099756479</c:v>
                </c:pt>
                <c:pt idx="110">
                  <c:v>5.2105420641588927</c:v>
                </c:pt>
                <c:pt idx="111">
                  <c:v>5.6377037666388103</c:v>
                </c:pt>
                <c:pt idx="112">
                  <c:v>5.5574072072703418</c:v>
                </c:pt>
                <c:pt idx="113">
                  <c:v>4.8729007939603601</c:v>
                </c:pt>
                <c:pt idx="114">
                  <c:v>5.6595847047804995</c:v>
                </c:pt>
                <c:pt idx="115">
                  <c:v>5.6330963345574228</c:v>
                </c:pt>
                <c:pt idx="116">
                  <c:v>5.5896207031163856</c:v>
                </c:pt>
                <c:pt idx="117">
                  <c:v>5.6551663683585893</c:v>
                </c:pt>
                <c:pt idx="118">
                  <c:v>5.6459256832941982</c:v>
                </c:pt>
                <c:pt idx="119">
                  <c:v>5.6660314696640786</c:v>
                </c:pt>
                <c:pt idx="120">
                  <c:v>5.2491657152224223</c:v>
                </c:pt>
                <c:pt idx="121">
                  <c:v>5.5532648378384133</c:v>
                </c:pt>
                <c:pt idx="122">
                  <c:v>5.4635047568350013</c:v>
                </c:pt>
                <c:pt idx="123">
                  <c:v>5.6077131128883968</c:v>
                </c:pt>
                <c:pt idx="124">
                  <c:v>5.6506237224718054</c:v>
                </c:pt>
                <c:pt idx="125">
                  <c:v>5.4575137255429187</c:v>
                </c:pt>
                <c:pt idx="126">
                  <c:v>5.6700207541584886</c:v>
                </c:pt>
                <c:pt idx="127">
                  <c:v>5.6677827295701766</c:v>
                </c:pt>
                <c:pt idx="128">
                  <c:v>5.333840049424615</c:v>
                </c:pt>
                <c:pt idx="129">
                  <c:v>5.6704495488776496</c:v>
                </c:pt>
                <c:pt idx="130">
                  <c:v>5.5574056588832077</c:v>
                </c:pt>
                <c:pt idx="131">
                  <c:v>5.5098569144569476</c:v>
                </c:pt>
                <c:pt idx="132">
                  <c:v>5.2441585142452327</c:v>
                </c:pt>
                <c:pt idx="133">
                  <c:v>5.1657128100188343</c:v>
                </c:pt>
                <c:pt idx="134">
                  <c:v>4.1878640556121596</c:v>
                </c:pt>
                <c:pt idx="135">
                  <c:v>5.3010801431796901</c:v>
                </c:pt>
                <c:pt idx="136">
                  <c:v>4.9881980392302179</c:v>
                </c:pt>
                <c:pt idx="137">
                  <c:v>4.0112578541288801</c:v>
                </c:pt>
                <c:pt idx="138">
                  <c:v>4.7520556674758989</c:v>
                </c:pt>
                <c:pt idx="139">
                  <c:v>4.9523400842751455</c:v>
                </c:pt>
                <c:pt idx="140">
                  <c:v>4.4892343138076161</c:v>
                </c:pt>
                <c:pt idx="141">
                  <c:v>4.1136147997959416</c:v>
                </c:pt>
                <c:pt idx="142">
                  <c:v>5.437433211950311</c:v>
                </c:pt>
                <c:pt idx="143">
                  <c:v>4.7569852782006166</c:v>
                </c:pt>
                <c:pt idx="144">
                  <c:v>4.0429508858300283</c:v>
                </c:pt>
                <c:pt idx="145">
                  <c:v>4.9991376161989098</c:v>
                </c:pt>
                <c:pt idx="146">
                  <c:v>5.336920833386027</c:v>
                </c:pt>
                <c:pt idx="147">
                  <c:v>4.0882709238117245</c:v>
                </c:pt>
                <c:pt idx="148">
                  <c:v>4.7328616202762905</c:v>
                </c:pt>
                <c:pt idx="149">
                  <c:v>4.6039887583002859</c:v>
                </c:pt>
                <c:pt idx="150">
                  <c:v>4.2170269909586802</c:v>
                </c:pt>
                <c:pt idx="151">
                  <c:v>4.9919832512409208</c:v>
                </c:pt>
                <c:pt idx="152">
                  <c:v>4.3127287435870931</c:v>
                </c:pt>
                <c:pt idx="153">
                  <c:v>5.3449740279211166</c:v>
                </c:pt>
                <c:pt idx="154">
                  <c:v>4.3119388572002002</c:v>
                </c:pt>
                <c:pt idx="155">
                  <c:v>4.444477819157501</c:v>
                </c:pt>
                <c:pt idx="156">
                  <c:v>5.1052721216803425</c:v>
                </c:pt>
                <c:pt idx="157">
                  <c:v>5.2959079221027663</c:v>
                </c:pt>
                <c:pt idx="158">
                  <c:v>4.4373855874196257</c:v>
                </c:pt>
                <c:pt idx="159">
                  <c:v>4.1959820409759052</c:v>
                </c:pt>
                <c:pt idx="160">
                  <c:v>4.7783499239139218</c:v>
                </c:pt>
                <c:pt idx="161">
                  <c:v>4.7240604395371939</c:v>
                </c:pt>
                <c:pt idx="162">
                  <c:v>4.9802169862381094</c:v>
                </c:pt>
                <c:pt idx="163">
                  <c:v>4.3097651052404027</c:v>
                </c:pt>
                <c:pt idx="164">
                  <c:v>4.467398636586891</c:v>
                </c:pt>
                <c:pt idx="165">
                  <c:v>5.2401509699969777</c:v>
                </c:pt>
                <c:pt idx="166">
                  <c:v>5.1949620083075345</c:v>
                </c:pt>
                <c:pt idx="167">
                  <c:v>4.5354971309785332</c:v>
                </c:pt>
                <c:pt idx="168">
                  <c:v>4.1075258301047253</c:v>
                </c:pt>
                <c:pt idx="169">
                  <c:v>4.599871245626308</c:v>
                </c:pt>
                <c:pt idx="170">
                  <c:v>4.9023824064758434</c:v>
                </c:pt>
                <c:pt idx="171">
                  <c:v>5.4268742257971772</c:v>
                </c:pt>
                <c:pt idx="172">
                  <c:v>5.2230249538773297</c:v>
                </c:pt>
                <c:pt idx="173">
                  <c:v>5.2954402978889066</c:v>
                </c:pt>
                <c:pt idx="174">
                  <c:v>4.8200638724968909</c:v>
                </c:pt>
                <c:pt idx="175">
                  <c:v>4.4016192888450201</c:v>
                </c:pt>
                <c:pt idx="176">
                  <c:v>5.1184224560892355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F81-4405-9833-43D063E2A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0403375"/>
        <c:axId val="1597785743"/>
      </c:scatterChart>
      <c:valAx>
        <c:axId val="1540403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(deg)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7785743"/>
        <c:crosses val="autoZero"/>
        <c:crossBetween val="midCat"/>
      </c:valAx>
      <c:valAx>
        <c:axId val="1597785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</a:rPr>
                  <a:t>|(𝑑𝐸′)/𝑑</a:t>
                </a: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𝜃|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040337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700940507436582"/>
          <c:y val="0.38946704578594343"/>
          <c:w val="0.11132392825896761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0C99-7121-1016-2465-1EDD7041D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D1657-A878-F84B-3847-9DD752F32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6C219-3CB7-2771-D93A-A4ADA5BA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93061-237A-7AB1-18E2-0FE16E2A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9F83-0851-3E0F-EA6A-E6D6E17B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2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7CFE-2011-8B9C-8F92-773895DD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DC0FF-07C8-A1DF-0816-9E46F2C65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47FAD-9D43-E4AD-B30A-7B07C4FD1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9E2C5-B4A7-C9DF-161E-6A1B2603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C5ADD-1D38-56BF-0A4D-AE64D126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9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6931-B38F-6DA8-0566-02A393FF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1F221-1514-1B86-916D-74F864C75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19F9-656B-FF80-49A5-5DEE9B36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C6EB-0EDF-61B1-B2E7-B4BA3E87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6812C-9328-61B7-6123-664BC6CD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4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9C43-A054-D4A9-E165-30D74305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3512E-C22B-43D1-EB94-E350D8375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4910D-3E82-295B-FBDC-83D622055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C0A97-C12B-3CF8-948E-BE0643CA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1197A-199A-07DE-E5F3-D595CA3D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68FA8-A820-0B8C-A279-D8A8E394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6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74D6-B31C-DE2B-15D7-FC6F693C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5ED80-4777-A07E-EBCC-5ED21DE77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FDEC4-9CCD-E6A9-8837-8DF687963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A1B71-CF3A-FBAE-B51E-86386C0E3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9C6337-EF74-1B5E-882B-E02FEC0E8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8F375-280C-1FC6-8047-001DC715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4DCB5-8CD9-4430-6E72-DC71E618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24CC66-6790-E773-6D08-9AEB11D2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8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FB36-9296-21F4-9D9C-C785028D7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6D7ACF-63F2-D0E6-945A-05565C13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E2AC5-616D-F968-E963-2E302FD1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0D34C-DD5B-456A-7766-6D35CDCC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6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94253-EDBC-FDB9-9D75-67779DB8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C50CA-87B2-ACCA-CDC1-2BD48E10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1F587-1A78-2B67-1629-3EFBBD14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77EE-E971-82B9-00F5-8A02C39B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69001-CAE8-0843-6BE3-DA27A00D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9A106-0487-0B2E-B78C-81B5C5239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B81B1-8596-6C8B-BE19-8FAFF132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E8353-CC30-B694-5C51-FC9BEEFD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E7281-A074-5256-D54E-44C372FD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9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339A-EB15-B44F-4764-C4CEAA3F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77B91B-FE07-6984-23B4-FD02A046E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7ACD-4E9A-AE6E-61C8-39B009C08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3AFB-44AC-7086-4F21-AB69BE8D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6EED9-756C-B238-7DD9-D1281C43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2BC89-B836-69A1-1B83-0C1B86B9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1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99FE-2517-F0E0-C7AE-AD37EA11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399C4-A42D-B0D0-6E28-EDDD71DC9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F5AAC-2CF1-380B-93E6-AB37C88A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FF7F-F961-B016-469E-2D25F3CF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7CF3A-6E41-7A5E-A6D8-F5FB7EFF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2E8CD-CFBD-3B23-09BA-B18B89231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0FC4D-0E20-6297-8102-34150B5D9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FDBD8-D7EE-67DA-F59C-AA7B388CF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56E86-6A4E-37AD-67A3-5EBC3CF0E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E0689-145D-FA4A-2539-101095EA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3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491F4-6532-4922-43EA-A6CAB0C0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DC070-7FA9-301D-DA6A-F2522DA09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2A304-2AE2-F0A3-165C-28EA42A9F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E5D62-9784-46C5-BFE3-781FC20DDCC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A3E2-8B08-54FF-EB10-11A2645B5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B9B30-52D5-95DF-E1C6-740ED1333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1671F-27FA-4C3F-B566-A1F81B580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9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9.xml"/><Relationship Id="rId5" Type="http://schemas.openxmlformats.org/officeDocument/2006/relationships/image" Target="../media/image23.png"/><Relationship Id="rId4" Type="http://schemas.openxmlformats.org/officeDocument/2006/relationships/hyperlink" Target="../../../ICRP_Lung/gamma_vlm2_3_to_detector430_1.xlsx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4163-77C7-8E36-95BA-9038AD2B45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Geant4 Simulation: Compton Profile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8BDC4-9A79-8183-7CF1-67E0662F5C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Monotype Corsiva" panose="03010101010201010101" pitchFamily="66" charset="0"/>
              </a:rPr>
              <a:t>Md Rahman</a:t>
            </a:r>
          </a:p>
          <a:p>
            <a:r>
              <a:rPr lang="en-US" sz="1600" dirty="0"/>
              <a:t>Advisor</a:t>
            </a:r>
          </a:p>
          <a:p>
            <a:r>
              <a:rPr lang="en-US" dirty="0">
                <a:latin typeface="Monotype Corsiva" panose="03010101010201010101" pitchFamily="66" charset="0"/>
              </a:rPr>
              <a:t>Professor Dongming Mei</a:t>
            </a:r>
          </a:p>
        </p:txBody>
      </p:sp>
    </p:spTree>
    <p:extLst>
      <p:ext uri="{BB962C8B-B14F-4D97-AF65-F5344CB8AC3E}">
        <p14:creationId xmlns:p14="http://schemas.microsoft.com/office/powerpoint/2010/main" val="3360838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5D36-AEE4-FBDD-5436-C38822C4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86" y="476443"/>
            <a:ext cx="6174850" cy="65264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Scattering Range(at 30</a:t>
            </a:r>
            <a:r>
              <a:rPr lang="en-US" sz="2800" baseline="30000" dirty="0"/>
              <a:t>0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53A5A3-98CD-92CD-4000-AD9B9A7DA1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588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𝑆𝑐𝑎𝑡𝑡𝑒𝑟𝑖𝑛𝑔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(1/4.5)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12.53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4.5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4.61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3.11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𝑆𝑐𝑎𝑡𝑡𝑒𝑟𝑖𝑛𝑔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=30±(12.53+3.11)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14.36~45.64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53A5A3-98CD-92CD-4000-AD9B9A7DA1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5884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B147D211-F6CA-936E-647C-551828248B70}"/>
              </a:ext>
            </a:extLst>
          </p:cNvPr>
          <p:cNvGrpSpPr/>
          <p:nvPr/>
        </p:nvGrpSpPr>
        <p:grpSpPr>
          <a:xfrm>
            <a:off x="838200" y="1809718"/>
            <a:ext cx="4159199" cy="1748726"/>
            <a:chOff x="6234479" y="3332916"/>
            <a:chExt cx="4159199" cy="1748726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0B13A33-BCE1-07DC-9284-7054D51581FD}"/>
                </a:ext>
              </a:extLst>
            </p:cNvPr>
            <p:cNvGrpSpPr/>
            <p:nvPr/>
          </p:nvGrpSpPr>
          <p:grpSpPr>
            <a:xfrm>
              <a:off x="7370196" y="3991553"/>
              <a:ext cx="2584837" cy="915726"/>
              <a:chOff x="7370196" y="3991553"/>
              <a:chExt cx="2584837" cy="915726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9C18F75-1293-4F9B-8D9D-83FA528BDC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0196" y="4126727"/>
                <a:ext cx="2584837" cy="78055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992939D5-A499-2201-6924-A113649F1F82}"/>
                  </a:ext>
                </a:extLst>
              </p:cNvPr>
              <p:cNvSpPr/>
              <p:nvPr/>
            </p:nvSpPr>
            <p:spPr>
              <a:xfrm>
                <a:off x="7863840" y="3991553"/>
                <a:ext cx="55659" cy="270344"/>
              </a:xfrm>
              <a:prstGeom prst="arc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Arc 41">
                <a:extLst>
                  <a:ext uri="{FF2B5EF4-FFF2-40B4-BE49-F238E27FC236}">
                    <a16:creationId xmlns:a16="http://schemas.microsoft.com/office/drawing/2014/main" id="{60EB5D5C-6D07-0F32-0D83-6DC36FA52E74}"/>
                  </a:ext>
                </a:extLst>
              </p:cNvPr>
              <p:cNvSpPr/>
              <p:nvPr/>
            </p:nvSpPr>
            <p:spPr>
              <a:xfrm rot="2739241">
                <a:off x="7969941" y="4040901"/>
                <a:ext cx="412079" cy="489358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35DC987-6F10-A801-C753-97A240C0ED76}"/>
                </a:ext>
              </a:extLst>
            </p:cNvPr>
            <p:cNvGrpSpPr/>
            <p:nvPr/>
          </p:nvGrpSpPr>
          <p:grpSpPr>
            <a:xfrm>
              <a:off x="6234479" y="3332916"/>
              <a:ext cx="4159199" cy="1748726"/>
              <a:chOff x="6218578" y="3332916"/>
              <a:chExt cx="4159199" cy="174872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2FA01B4-3F99-1F0E-BA75-96040C23DC42}"/>
                  </a:ext>
                </a:extLst>
              </p:cNvPr>
              <p:cNvGrpSpPr/>
              <p:nvPr/>
            </p:nvGrpSpPr>
            <p:grpSpPr>
              <a:xfrm>
                <a:off x="8558686" y="4556854"/>
                <a:ext cx="366424" cy="524788"/>
                <a:chOff x="8558686" y="4556854"/>
                <a:chExt cx="366424" cy="5247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369CFCB8-C4BB-C2F8-9D18-D7E6F03110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58686" y="4866198"/>
                      <a:ext cx="36642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369CFCB8-C4BB-C2F8-9D18-D7E6F03110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58686" y="4866198"/>
                      <a:ext cx="366424" cy="2154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2945B130-B049-0D49-CBED-5D9CEA87F8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714630" y="4556854"/>
                  <a:ext cx="27268" cy="35705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E44D3B7-67FC-5AB6-110A-2E9CFE098C75}"/>
                  </a:ext>
                </a:extLst>
              </p:cNvPr>
              <p:cNvGrpSpPr/>
              <p:nvPr/>
            </p:nvGrpSpPr>
            <p:grpSpPr>
              <a:xfrm>
                <a:off x="6218578" y="3332916"/>
                <a:ext cx="4159199" cy="1574358"/>
                <a:chOff x="6218578" y="3332921"/>
                <a:chExt cx="4159199" cy="1574358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A615EF2C-9A46-2D98-C59E-04013ACAED96}"/>
                    </a:ext>
                  </a:extLst>
                </p:cNvPr>
                <p:cNvSpPr/>
                <p:nvPr/>
              </p:nvSpPr>
              <p:spPr>
                <a:xfrm>
                  <a:off x="7314539" y="3991553"/>
                  <a:ext cx="119933" cy="27034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80961F75-9932-B0E8-5C8D-0F5733645904}"/>
                    </a:ext>
                  </a:extLst>
                </p:cNvPr>
                <p:cNvSpPr/>
                <p:nvPr/>
              </p:nvSpPr>
              <p:spPr>
                <a:xfrm>
                  <a:off x="9511085" y="3332921"/>
                  <a:ext cx="866692" cy="1574358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E3F8AA0-617B-A1A0-91CE-33505817E9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70196" y="4126727"/>
                  <a:ext cx="255303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2BBC6BCD-8F9F-764C-7C3F-394F6755FD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3228" y="4126727"/>
                  <a:ext cx="0" cy="78055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36AD066-4B48-70E4-120C-BA121979DF22}"/>
                    </a:ext>
                  </a:extLst>
                </p:cNvPr>
                <p:cNvCxnSpPr>
                  <a:endCxn id="6" idx="4"/>
                </p:cNvCxnSpPr>
                <p:nvPr/>
              </p:nvCxnSpPr>
              <p:spPr>
                <a:xfrm>
                  <a:off x="7370196" y="4261898"/>
                  <a:ext cx="2574235" cy="645381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27C33095-03D0-999A-6F87-56A3FFDD1371}"/>
                    </a:ext>
                  </a:extLst>
                </p:cNvPr>
                <p:cNvSpPr/>
                <p:nvPr/>
              </p:nvSpPr>
              <p:spPr>
                <a:xfrm flipH="1">
                  <a:off x="8573495" y="4500438"/>
                  <a:ext cx="45719" cy="111319"/>
                </a:xfrm>
                <a:prstGeom prst="arc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75CF255E-A4E3-B3C2-E472-357DAE2B29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95775" y="3943846"/>
                  <a:ext cx="1806604" cy="469008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AB5CF143-541F-3CFC-B215-6D01573B53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03039" y="3959747"/>
                      <a:ext cx="266227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AB5CF143-541F-3CFC-B215-6D01573B53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3039" y="3959747"/>
                      <a:ext cx="266227" cy="21544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F7317DB-D92C-8F30-9567-7472F4488664}"/>
                    </a:ext>
                  </a:extLst>
                </p:cNvPr>
                <p:cNvSpPr txBox="1"/>
                <p:nvPr/>
              </p:nvSpPr>
              <p:spPr>
                <a:xfrm>
                  <a:off x="9955033" y="4341412"/>
                  <a:ext cx="38033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1cm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2456834-E2E4-02A4-D913-A821D1053355}"/>
                    </a:ext>
                  </a:extLst>
                </p:cNvPr>
                <p:cNvSpPr txBox="1"/>
                <p:nvPr/>
              </p:nvSpPr>
              <p:spPr>
                <a:xfrm>
                  <a:off x="8811370" y="3921317"/>
                  <a:ext cx="531415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4.5 cm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CED6C8DA-E9B0-EA1F-AFA3-E5FC75790B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02379" y="4175191"/>
                      <a:ext cx="303907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i="1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CED6C8DA-E9B0-EA1F-AFA3-E5FC75790B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02379" y="4175191"/>
                      <a:ext cx="303907" cy="21544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9E6980E-952B-C24B-C91A-81760807864E}"/>
                    </a:ext>
                  </a:extLst>
                </p:cNvPr>
                <p:cNvSpPr txBox="1"/>
                <p:nvPr/>
              </p:nvSpPr>
              <p:spPr>
                <a:xfrm rot="1005011">
                  <a:off x="8715771" y="4409967"/>
                  <a:ext cx="602521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4.61 cm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8756AAE-15DE-9AB7-CAA0-C6A1F194D477}"/>
                    </a:ext>
                  </a:extLst>
                </p:cNvPr>
                <p:cNvSpPr txBox="1"/>
                <p:nvPr/>
              </p:nvSpPr>
              <p:spPr>
                <a:xfrm rot="20769300">
                  <a:off x="6218578" y="4086965"/>
                  <a:ext cx="827394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Incident beam</a:t>
                  </a:r>
                </a:p>
              </p:txBody>
            </p:sp>
          </p:grpSp>
        </p:grp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A1E847-7CDE-9A8D-4037-58227A3C8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0151" y="2175479"/>
            <a:ext cx="4010282" cy="261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8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A9AA-C370-2989-9672-0BC91829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Ranges of Scattering Angle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192B0-1556-A20F-4B43-6CD49B3C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12" y="1633112"/>
            <a:ext cx="6229010" cy="41526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04028A-949B-3C60-96E6-8C2707D0A3B2}"/>
              </a:ext>
            </a:extLst>
          </p:cNvPr>
          <p:cNvSpPr txBox="1"/>
          <p:nvPr/>
        </p:nvSpPr>
        <p:spPr>
          <a:xfrm>
            <a:off x="7347005" y="4417265"/>
            <a:ext cx="492975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-228600" algn="l">
              <a:spcAft>
                <a:spcPts val="4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Geometrical acceptance (from anywhere in tumor to detector face): 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+mn-lt"/>
              </a:rPr>
              <a:t>14.36° ≤ θ ≤ 45.64°</a:t>
            </a:r>
            <a:endParaRPr lang="en-US" sz="1800" b="0" i="0" dirty="0">
              <a:solidFill>
                <a:srgbClr val="FF0000"/>
              </a:solidFill>
              <a:effectLst/>
              <a:latin typeface="+mn-lt"/>
            </a:endParaRPr>
          </a:p>
          <a:p>
            <a:pPr marL="0" marR="0" indent="-228600" algn="l">
              <a:spcAft>
                <a:spcPts val="4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From tumor center only: 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+mn-lt"/>
              </a:rPr>
              <a:t>17.47° ≤ θ ≤ 42.53°</a:t>
            </a:r>
            <a:endParaRPr lang="en-US" sz="1100" b="0" i="0" dirty="0">
              <a:solidFill>
                <a:srgbClr val="FF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64B6BB6-7C00-7032-644B-8E519A025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099" y="1845986"/>
            <a:ext cx="5096123" cy="1985344"/>
          </a:xfrm>
        </p:spPr>
        <p:txBody>
          <a:bodyPr>
            <a:normAutofit fontScale="55000" lnSpcReduction="20000"/>
          </a:bodyPr>
          <a:lstStyle/>
          <a:p>
            <a:pPr indent="-4572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γ beam: along −y direction</a:t>
            </a:r>
          </a:p>
          <a:p>
            <a:pPr indent="-4572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(volume 3): sphere, R = 0.25 cm, center at (0, 0, 0)</a:t>
            </a:r>
          </a:p>
          <a:p>
            <a:pPr indent="-4572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 430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HPGe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cylinder, R = 1.00 cm, half-length = 0.50 cm, center at (−2.50, −4.33, 0) cm</a:t>
            </a:r>
          </a:p>
          <a:p>
            <a:pPr indent="-4572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 center direction: θ₀ ≈ 30°</a:t>
            </a:r>
          </a:p>
          <a:p>
            <a:pPr indent="-45720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face distance: 4.50 cm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3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D9A3-58DA-4066-D8D4-9B70FA60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6949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Detector Resolution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2D787207-2E05-8C72-4AD7-CAEA2CFD48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1246" y="2368296"/>
                <a:ext cx="4607052" cy="35021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 smtClean="0"/>
                      <m:t>For 662−keV peak,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=0.13</m:t>
                    </m:r>
                    <m:r>
                      <m:rPr>
                        <m:nor/>
                      </m:rPr>
                      <a:rPr lang="en-US" sz="1800" i="0" dirty="0"/>
                      <m:t> (IAEA) and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=2.96</m:t>
                    </m:r>
                    <m:r>
                      <m:rPr>
                        <m:nor/>
                      </m:rPr>
                      <a:rPr lang="en-US" sz="1800" i="0" dirty="0"/>
                      <m:t>eV,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rad>
                    <m:r>
                      <m:rPr>
                        <m:nor/>
                      </m:rPr>
                      <a:rPr lang="en-US" sz="1800" i="0" dirty="0"/>
                      <m:t> with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≈505</m:t>
                    </m:r>
                    <m:r>
                      <m:rPr>
                        <m:nor/>
                      </m:rPr>
                      <a:rPr lang="en-US" sz="1800" i="0"/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eV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=0.505</m:t>
                    </m:r>
                    <m:r>
                      <m:rPr>
                        <m:nor/>
                      </m:rPr>
                      <a:rPr lang="en-US" sz="1800" i="0"/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keV</m:t>
                    </m:r>
                  </m:oMath>
                </a14:m>
                <a:endParaRPr lang="en-US" sz="1800" i="1" dirty="0">
                  <a:latin typeface="+mn-lt"/>
                  <a:ea typeface="+mn-ea"/>
                  <a:cs typeface="+mn-cs"/>
                </a:endParaRPr>
              </a:p>
              <a:p>
                <a:pPr marL="571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𝐹𝑊𝐻𝑀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=2.355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800" b="0" i="1">
                        <a:latin typeface="Cambria Math" panose="02040503050406030204" pitchFamily="18" charset="0"/>
                        <a:ea typeface="+mn-ea"/>
                        <a:cs typeface="+mn-cs"/>
                      </a:rPr>
                      <m:t>1.118 </m:t>
                    </m:r>
                    <m:r>
                      <a:rPr lang="en-US" sz="1800" b="0" i="1"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𝑘𝑒𝑉</m:t>
                    </m:r>
                  </m:oMath>
                </a14:m>
                <a:endParaRPr lang="en-US" sz="1800" b="0" i="1" dirty="0">
                  <a:latin typeface="+mn-lt"/>
                  <a:ea typeface="+mn-ea"/>
                  <a:cs typeface="+mn-cs"/>
                </a:endParaRPr>
              </a:p>
              <a:p>
                <a:pPr marL="571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latin typeface="+mn-lt"/>
                        <a:ea typeface="+mn-ea"/>
                        <a:cs typeface="+mn-cs"/>
                      </a:rPr>
                      <m:t>Resolution</m:t>
                    </m:r>
                    <m:r>
                      <a:rPr lang="en-US" sz="1800" i="1"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800" b="0" i="1"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0.179%</m:t>
                    </m:r>
                  </m:oMath>
                </a14:m>
                <a:endParaRPr lang="en-US" sz="1800" b="0" i="1" dirty="0">
                  <a:latin typeface="+mn-lt"/>
                  <a:ea typeface="+mn-ea"/>
                  <a:cs typeface="+mn-cs"/>
                </a:endParaRPr>
              </a:p>
              <a:p>
                <a:pPr marL="571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𝛿𝜃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𝐹𝑊𝐻𝑀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2.355</m:t>
                            </m:r>
                          </m:den>
                        </m:f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0.095</m:t>
                    </m:r>
                  </m:oMath>
                </a14:m>
                <a:endParaRPr lang="en-US" sz="1800" i="1" dirty="0"/>
              </a:p>
              <a:p>
                <a:pPr marL="571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[1+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func>
                          <m:funcPr>
                            <m:ctrl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den>
                    </m:f>
                  </m:oMath>
                </a14:m>
                <a:endParaRPr lang="en-US" sz="1800" dirty="0">
                  <a:latin typeface="+mn-lt"/>
                  <a:ea typeface="+mn-ea"/>
                  <a:cs typeface="+mn-cs"/>
                </a:endParaRPr>
              </a:p>
              <a:p>
                <a:pPr marL="571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𝛿𝜃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𝑑𝐸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2D787207-2E05-8C72-4AD7-CAEA2CFD4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6" y="2368296"/>
                <a:ext cx="4607052" cy="3502152"/>
              </a:xfrm>
              <a:prstGeom prst="rect">
                <a:avLst/>
              </a:prstGeom>
              <a:blipFill>
                <a:blip r:embed="rId2"/>
                <a:stretch>
                  <a:fillRect l="-794" t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1CA63FA-EA0C-E53D-A551-8042BAE9F6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2" r="3" b="1298"/>
          <a:stretch>
            <a:fillRect/>
          </a:stretch>
        </p:blipFill>
        <p:spPr>
          <a:xfrm>
            <a:off x="6086481" y="3277740"/>
            <a:ext cx="5457817" cy="33375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8E74EE-3C15-4FE7-EA7D-F01A3995F8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42" r="3" b="3"/>
          <a:stretch>
            <a:fillRect/>
          </a:stretch>
        </p:blipFill>
        <p:spPr>
          <a:xfrm>
            <a:off x="6073914" y="91439"/>
            <a:ext cx="5457817" cy="33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7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2608-B33E-6895-4F23-0F219552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Scattering Events and steps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4604E5-C873-2B66-8FE3-A9C5CB47A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1363" y="1381962"/>
            <a:ext cx="4646470" cy="22182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823F31-1DED-7C82-8A04-984E8A9A3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24" y="1381962"/>
            <a:ext cx="4443486" cy="2269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7A40C7-1821-4D74-2808-39182CF12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969" y="3600201"/>
            <a:ext cx="4778601" cy="2332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14B95D-35AB-BA77-0FE4-DF97C8A615FE}"/>
              </a:ext>
            </a:extLst>
          </p:cNvPr>
          <p:cNvSpPr txBox="1"/>
          <p:nvPr/>
        </p:nvSpPr>
        <p:spPr>
          <a:xfrm>
            <a:off x="2456953" y="2695492"/>
            <a:ext cx="1041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Tumor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0553B-DDD3-3E53-202D-35F9F92419C2}"/>
              </a:ext>
            </a:extLst>
          </p:cNvPr>
          <p:cNvSpPr txBox="1"/>
          <p:nvPr/>
        </p:nvSpPr>
        <p:spPr>
          <a:xfrm>
            <a:off x="1869104" y="4613802"/>
            <a:ext cx="113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Detector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8E200-7313-080B-C17D-04B0B6E2C660}"/>
              </a:ext>
            </a:extLst>
          </p:cNvPr>
          <p:cNvSpPr txBox="1"/>
          <p:nvPr/>
        </p:nvSpPr>
        <p:spPr>
          <a:xfrm>
            <a:off x="9377970" y="2306416"/>
            <a:ext cx="1041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Tissue</a:t>
            </a:r>
          </a:p>
        </p:txBody>
      </p:sp>
    </p:spTree>
    <p:extLst>
      <p:ext uri="{BB962C8B-B14F-4D97-AF65-F5344CB8AC3E}">
        <p14:creationId xmlns:p14="http://schemas.microsoft.com/office/powerpoint/2010/main" val="4290061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8899-B3DD-3C11-F6EA-F27E6F96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35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Compton Scattering from Tumor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873C9-2E17-11FB-61ED-912CC8970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54455"/>
            <a:ext cx="4980936" cy="4530431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D9672F-5ABD-9F20-6E15-928E2147E3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964375"/>
              </p:ext>
            </p:extLst>
          </p:nvPr>
        </p:nvGraphicFramePr>
        <p:xfrm>
          <a:off x="838199" y="1902543"/>
          <a:ext cx="5928361" cy="309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5CE621C-A5EB-90C9-D926-5AAADB9CB5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5350084"/>
                <a:ext cx="10515600" cy="12409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endParaRPr lang="en-US" sz="3200" dirty="0"/>
              </a:p>
              <a:p>
                <a:pPr algn="ctr"/>
                <a:r>
                  <a:rPr lang="en-US" sz="3200" dirty="0"/>
                  <a:t>Most of the incident gammas scattered at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14.36~45.64</m:t>
                    </m:r>
                  </m:oMath>
                </a14:m>
                <a:r>
                  <a:rPr lang="en-US" sz="3200" dirty="0"/>
                  <a:t> since we are navigating toward the detector(30 deg). </a:t>
                </a:r>
                <a:r>
                  <a:rPr lang="en-US" sz="3200" dirty="0">
                    <a:solidFill>
                      <a:srgbClr val="FF0000"/>
                    </a:solidFill>
                  </a:rPr>
                  <a:t>Scattered gammas from tumor is 3</a:t>
                </a:r>
                <a:r>
                  <a:rPr lang="en-US" sz="3200" baseline="30000" dirty="0">
                    <a:solidFill>
                      <a:srgbClr val="FF0000"/>
                    </a:solidFill>
                  </a:rPr>
                  <a:t>rd</a:t>
                </a:r>
                <a:r>
                  <a:rPr lang="en-US" sz="3200" dirty="0">
                    <a:solidFill>
                      <a:srgbClr val="FF0000"/>
                    </a:solidFill>
                  </a:rPr>
                  <a:t> steps.</a:t>
                </a:r>
              </a:p>
              <a:p>
                <a:pPr algn="ctr"/>
                <a:endParaRPr lang="en-US" sz="3200" dirty="0"/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5CE621C-A5EB-90C9-D926-5AAADB9CB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350084"/>
                <a:ext cx="10515600" cy="1240934"/>
              </a:xfrm>
              <a:prstGeom prst="rect">
                <a:avLst/>
              </a:prstGeom>
              <a:blipFill>
                <a:blip r:embed="rId4"/>
                <a:stretch>
                  <a:fillRect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7A31731C-BEB1-C61E-48AF-D5EDEE203C6D}"/>
              </a:ext>
            </a:extLst>
          </p:cNvPr>
          <p:cNvSpPr/>
          <p:nvPr/>
        </p:nvSpPr>
        <p:spPr>
          <a:xfrm>
            <a:off x="2981739" y="1733384"/>
            <a:ext cx="1630018" cy="6758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34C969-A715-34C9-E83E-07899DE96EAF}"/>
              </a:ext>
            </a:extLst>
          </p:cNvPr>
          <p:cNvSpPr/>
          <p:nvPr/>
        </p:nvSpPr>
        <p:spPr>
          <a:xfrm>
            <a:off x="7895645" y="1884459"/>
            <a:ext cx="461176" cy="39279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3B9E50-1D92-A4C2-D43C-82FA9708A4B0}"/>
              </a:ext>
            </a:extLst>
          </p:cNvPr>
          <p:cNvCxnSpPr/>
          <p:nvPr/>
        </p:nvCxnSpPr>
        <p:spPr>
          <a:xfrm>
            <a:off x="4611757" y="2075290"/>
            <a:ext cx="3283888" cy="8269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BBF2932-1B6A-D612-8853-28E30904F7AC}"/>
              </a:ext>
            </a:extLst>
          </p:cNvPr>
          <p:cNvSpPr/>
          <p:nvPr/>
        </p:nvSpPr>
        <p:spPr>
          <a:xfrm>
            <a:off x="9279172" y="1884459"/>
            <a:ext cx="326004" cy="392794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24AC89-C27B-080B-82B7-7F3C9CCCE707}"/>
              </a:ext>
            </a:extLst>
          </p:cNvPr>
          <p:cNvSpPr txBox="1"/>
          <p:nvPr/>
        </p:nvSpPr>
        <p:spPr>
          <a:xfrm>
            <a:off x="8309112" y="993913"/>
            <a:ext cx="1590261" cy="646331"/>
          </a:xfrm>
          <a:prstGeom prst="rect">
            <a:avLst/>
          </a:prstGeom>
          <a:noFill/>
          <a:ln>
            <a:solidFill>
              <a:srgbClr val="41535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Scattering Steps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1FEA69-3EDF-10C8-AABA-0222F43A0025}"/>
              </a:ext>
            </a:extLst>
          </p:cNvPr>
          <p:cNvCxnSpPr>
            <a:endCxn id="10" idx="1"/>
          </p:cNvCxnSpPr>
          <p:nvPr/>
        </p:nvCxnSpPr>
        <p:spPr>
          <a:xfrm>
            <a:off x="9048584" y="1630017"/>
            <a:ext cx="278330" cy="82967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289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AEDB-C832-14BC-F052-FA59046B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478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Scattering Events in the Detector(at 30</a:t>
            </a:r>
            <a:r>
              <a:rPr lang="en-US" sz="3600" baseline="30000" dirty="0"/>
              <a:t>0</a:t>
            </a:r>
            <a:r>
              <a:rPr lang="en-US" sz="3600" dirty="0"/>
              <a:t>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4E52DC4-584A-B785-4653-18C7376EA6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9449985"/>
              </p:ext>
            </p:extLst>
          </p:nvPr>
        </p:nvGraphicFramePr>
        <p:xfrm>
          <a:off x="6411464" y="111032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1ED60C8-8705-588F-88BC-39FB8300D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42" y="3429000"/>
            <a:ext cx="3628094" cy="3195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9BC5688F-294D-0DA8-1CFD-F6935CE0C7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2676" y="4145772"/>
                <a:ext cx="6793523" cy="219875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endParaRPr lang="en-US" sz="3200" dirty="0"/>
              </a:p>
              <a:p>
                <a:pPr algn="ctr"/>
                <a:r>
                  <a:rPr lang="en-US" sz="3200" dirty="0"/>
                  <a:t>Most of the incident gammas scattered at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14.36~45.64</m:t>
                    </m:r>
                  </m:oMath>
                </a14:m>
                <a:r>
                  <a:rPr lang="en-US" sz="3200" dirty="0"/>
                  <a:t> since the detector cover this ranges.</a:t>
                </a:r>
              </a:p>
              <a:p>
                <a:pPr algn="ctr"/>
                <a:r>
                  <a:rPr lang="en-US" sz="3200" dirty="0">
                    <a:solidFill>
                      <a:srgbClr val="0070C0"/>
                    </a:solidFill>
                  </a:rPr>
                  <a:t>Scattered gammas from tumor is 3</a:t>
                </a:r>
                <a:r>
                  <a:rPr lang="en-US" sz="3200" baseline="30000" dirty="0">
                    <a:solidFill>
                      <a:srgbClr val="0070C0"/>
                    </a:solidFill>
                  </a:rPr>
                  <a:t>rd</a:t>
                </a:r>
                <a:r>
                  <a:rPr lang="en-US" sz="3200" dirty="0">
                    <a:solidFill>
                      <a:srgbClr val="0070C0"/>
                    </a:solidFill>
                  </a:rPr>
                  <a:t> steps. </a:t>
                </a:r>
              </a:p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Gammas in detectors are 7</a:t>
                </a:r>
                <a:r>
                  <a:rPr lang="en-US" sz="3200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sz="3200" dirty="0">
                    <a:solidFill>
                      <a:srgbClr val="FF0000"/>
                    </a:solidFill>
                  </a:rPr>
                  <a:t>/8</a:t>
                </a:r>
                <a:r>
                  <a:rPr lang="en-US" sz="3200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sz="3200" dirty="0">
                    <a:solidFill>
                      <a:srgbClr val="FF0000"/>
                    </a:solidFill>
                  </a:rPr>
                  <a:t> steps.</a:t>
                </a:r>
              </a:p>
              <a:p>
                <a:pPr algn="ctr"/>
                <a:endParaRPr lang="en-US" sz="3200" dirty="0"/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9BC5688F-294D-0DA8-1CFD-F6935CE0C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676" y="4145772"/>
                <a:ext cx="6793523" cy="2198757"/>
              </a:xfrm>
              <a:prstGeom prst="rect">
                <a:avLst/>
              </a:prstGeom>
              <a:blipFill>
                <a:blip r:embed="rId4"/>
                <a:stretch>
                  <a:fillRect l="-1346" r="-2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9E245A-1275-879F-AB4D-8E80E2BB1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121740"/>
              </p:ext>
            </p:extLst>
          </p:nvPr>
        </p:nvGraphicFramePr>
        <p:xfrm>
          <a:off x="607142" y="1248849"/>
          <a:ext cx="5488858" cy="2466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279EC3C7-A47E-23D8-88F6-5B41F3BB2166}"/>
              </a:ext>
            </a:extLst>
          </p:cNvPr>
          <p:cNvSpPr/>
          <p:nvPr/>
        </p:nvSpPr>
        <p:spPr>
          <a:xfrm>
            <a:off x="993383" y="3715005"/>
            <a:ext cx="215153" cy="2972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AC5BF6-F604-A375-5D82-8654E576AA0A}"/>
              </a:ext>
            </a:extLst>
          </p:cNvPr>
          <p:cNvCxnSpPr/>
          <p:nvPr/>
        </p:nvCxnSpPr>
        <p:spPr>
          <a:xfrm flipH="1" flipV="1">
            <a:off x="1208536" y="5773271"/>
            <a:ext cx="3865488" cy="1344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065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709B-AC8F-110D-C9E2-66C3B0BC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37652" cy="866475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Geant4 Simulation With 6 detectors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CFF1C9-9D85-B805-A230-C260735CB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6455" y="4049066"/>
            <a:ext cx="5095945" cy="2352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45BFB7-7E8D-FC32-D0C8-793F32352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6013"/>
            <a:ext cx="5259544" cy="2408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3E0B2E-4D56-5920-E54C-A6435BD8C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45" y="1436013"/>
            <a:ext cx="5259201" cy="24086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648D2A-69BC-0FEF-C205-C6CB7E15F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09" y="3992906"/>
            <a:ext cx="5130437" cy="2408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536691-44BC-1F8B-A8CF-9C25BD612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301" y="2640333"/>
            <a:ext cx="5296309" cy="2408640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68E4106-76F3-6A6D-3C48-6F70002B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3237"/>
              </p:ext>
            </p:extLst>
          </p:nvPr>
        </p:nvGraphicFramePr>
        <p:xfrm>
          <a:off x="3911600" y="4138515"/>
          <a:ext cx="4368800" cy="1845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071740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399443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516871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51065508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9784993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8871117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Angle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No. of Generated Events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 of Events (individual)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 of Events (6 detectors)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1729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131658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18576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1128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111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593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87185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316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5010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90(+x)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209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73769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90(-x)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220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37426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280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951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68E3-5DD3-6DC2-F71A-D0282986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Geant4 Simulation With Single detector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5780D-02F1-43DE-35D1-DFC465198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540" y="2080456"/>
            <a:ext cx="4714820" cy="2141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2DAAD-4FC4-BBE1-723E-2FE404DA4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468" y="2080457"/>
            <a:ext cx="4673641" cy="2141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868D55-42CD-7D1E-7F38-BCFDF4DB9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66" y="4221920"/>
            <a:ext cx="4716643" cy="21414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326375-3DE6-DCC0-184E-5C73B3772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7360" y="4221920"/>
            <a:ext cx="4716643" cy="2172459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F8F56E5-C5F0-952E-0E43-6786089B4F69}"/>
              </a:ext>
            </a:extLst>
          </p:cNvPr>
          <p:cNvGraphicFramePr>
            <a:graphicFrameLocks noGrp="1"/>
          </p:cNvGraphicFramePr>
          <p:nvPr/>
        </p:nvGraphicFramePr>
        <p:xfrm>
          <a:off x="3095674" y="2520733"/>
          <a:ext cx="4368800" cy="1845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709565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531338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0307323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27942984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2575191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7696636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No. of Generated Events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No of Events (individual)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No of Events (6 detectors)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19317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131465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131658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99048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332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1128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83498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183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593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4745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161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64272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90(+x)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107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04194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90(-x)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059514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1892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10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AC55-160D-A0AE-C6F6-6CD61A3F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 Formula Break down?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ABA34-36AE-636C-4C4E-AFFED873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887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Why the single-scatter Compton formula breaks down here</a:t>
            </a:r>
            <a:endParaRPr lang="en-US" dirty="0"/>
          </a:p>
          <a:p>
            <a:r>
              <a:rPr lang="en-US" dirty="0"/>
              <a:t>The Compton (Klein-Nishina) energy-angle relationship is only valid for </a:t>
            </a:r>
            <a:r>
              <a:rPr lang="en-US" b="1" dirty="0"/>
              <a:t>exactly one</a:t>
            </a:r>
            <a:r>
              <a:rPr lang="en-US" dirty="0"/>
              <a:t> scattering event</a:t>
            </a:r>
          </a:p>
          <a:p>
            <a:r>
              <a:rPr lang="en-US" dirty="0"/>
              <a:t>There is extra energy loss somewhere in between the tumor and detector: either by </a:t>
            </a:r>
            <a:r>
              <a:rPr lang="en-US" b="1" dirty="0">
                <a:solidFill>
                  <a:srgbClr val="FF0000"/>
                </a:solidFill>
              </a:rPr>
              <a:t>additional Compton scattering (and/or other interactions).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26279-4F8D-EDED-0B47-C3916885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167" y="1825625"/>
            <a:ext cx="4766990" cy="312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1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1E1A-A872-FFC1-FB92-65A7D5F7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 Formula Break down(con.)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1E958-FF9B-6F25-0379-49521F2CF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We are matching a Compton interaction in volume 2/3 to a subsequent record in detector.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US" b="0" i="0">
                            <a:solidFill>
                              <a:srgbClr val="FF0000"/>
                            </a:solidFill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US" b="0" i="0">
                            <a:solidFill>
                              <a:srgbClr val="FF0000"/>
                            </a:solidFill>
                          </a:rPr>
                          <m:t>tumor/tissue Compton record</m:t>
                        </m:r>
                      </m:e>
                    </m:borderBox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⟶ </m:t>
                    </m:r>
                    <m:borderBox>
                      <m:borderBoxPr>
                        <m:ctrlPr>
                          <a:rPr lang="en-US" i="0">
                            <a:solidFill>
                              <a:srgbClr val="FF0000"/>
                            </a:solidFill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US" i="0">
                            <a:solidFill>
                              <a:srgbClr val="FF0000"/>
                            </a:solidFill>
                          </a:rPr>
                          <m:t>detector record</m:t>
                        </m:r>
                      </m:e>
                    </m:borderBox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The KN formula  is applicable for single event (at the </a:t>
                </a:r>
                <a:r>
                  <a:rPr lang="en-US" b="1" dirty="0"/>
                  <a:t>first box)</a:t>
                </a:r>
                <a:r>
                  <a:rPr lang="en-US" dirty="0"/>
                  <a:t>, not for one recorded later in the detector.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b="1" dirty="0"/>
                  <a:t>Multiple scattering occurred before reaching the detector</a:t>
                </a:r>
                <a:r>
                  <a:rPr lang="en-US" dirty="0"/>
                  <a:t>. </a:t>
                </a:r>
                <a:r>
                  <a:rPr lang="en-US" dirty="0" err="1"/>
                  <a:t>e,.g</a:t>
                </a:r>
                <a:r>
                  <a:rPr lang="en-US" dirty="0"/>
                  <a:t>.  example,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662</m:t>
                      </m:r>
                      <m:limUpp>
                        <m:limUp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en-US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e>
                            <m:lim>
                              <m:box>
                                <m:boxPr>
                                  <m:ctrlPr>
                                    <a:rPr lang="en-US" i="0">
                                      <a:solidFill>
                                        <a:srgbClr val="0070C0"/>
                                      </a:solidFill>
                                    </a:rPr>
                                  </m:ctrlPr>
                                </m:box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70C0"/>
                                      </a:solidFill>
                                    </a:rPr>
                                    <m:t>tumor</m:t>
                                  </m:r>
                                </m:e>
                              </m:box>
                            </m:lim>
                          </m:limLow>
                        </m:e>
                        <m:lim>
                          <m:box>
                            <m:box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sSup>
                                <m:sSupPr>
                                  <m:ctrlPr>
                                    <a:rPr lang="en-US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e>
                                <m:sup>
                                  <m:r>
                                    <a:rPr lang="en-US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box>
                        </m:lim>
                      </m:limUpp>
                      <m:r>
                        <a:rPr lang="en-US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564</m:t>
                      </m:r>
                      <m:limUpp>
                        <m:limUp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en-US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e>
                            <m:lim>
                              <m:box>
                                <m:boxPr>
                                  <m:ctrlPr>
                                    <a:rPr lang="en-US" i="0">
                                      <a:solidFill>
                                        <a:srgbClr val="0070C0"/>
                                      </a:solidFill>
                                    </a:rPr>
                                  </m:ctrlPr>
                                </m:box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70C0"/>
                                      </a:solidFill>
                                    </a:rPr>
                                    <m:t>phantom/other volume</m:t>
                                  </m:r>
                                </m:e>
                              </m:box>
                            </m:lim>
                          </m:limLow>
                        </m:e>
                        <m:lim>
                          <m:box>
                            <m:boxPr>
                              <m:ctrlPr>
                                <a:rPr lang="en-US" i="0">
                                  <a:solidFill>
                                    <a:srgbClr val="0070C0"/>
                                  </a:solidFill>
                                </a:rPr>
                              </m:ctrlPr>
                            </m:box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70C0"/>
                                  </a:solidFill>
                                </a:rPr>
                                <m:t>Compton</m:t>
                              </m:r>
                            </m:e>
                          </m:box>
                        </m:lim>
                      </m:limUpp>
                      <m:r>
                        <a:rPr lang="en-US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400→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70C0"/>
                          </a:solidFill>
                        </a:rPr>
                        <m:t>detector</m:t>
                      </m:r>
                      <m:r>
                        <a:rPr lang="en-US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We are keeping original angle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/>
                  <a:t>, but detector entry energy is no longer same. So,  we need to impose </a:t>
                </a:r>
                <a:r>
                  <a:rPr lang="en-US" dirty="0">
                    <a:solidFill>
                      <a:srgbClr val="FF0000"/>
                    </a:solidFill>
                  </a:rPr>
                  <a:t>constrain to count the event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1E958-FF9B-6F25-0379-49521F2CF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928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44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2F4A-BDD6-D34F-E2D9-168C3B99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/>
          <a:lstStyle/>
          <a:p>
            <a:pPr algn="ctr"/>
            <a:r>
              <a:rPr lang="en-US" dirty="0"/>
              <a:t> Detector at 30</a:t>
            </a:r>
            <a:r>
              <a:rPr lang="en-US" baseline="30000" dirty="0"/>
              <a:t>0</a:t>
            </a:r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000628C-1F66-D5FF-1759-CE69DB0AA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5790350"/>
              </p:ext>
            </p:extLst>
          </p:nvPr>
        </p:nvGraphicFramePr>
        <p:xfrm>
          <a:off x="838200" y="1606615"/>
          <a:ext cx="5037306" cy="2556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8F953FA-4BF0-505E-1379-FC2B1DB5DD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344253"/>
              </p:ext>
            </p:extLst>
          </p:nvPr>
        </p:nvGraphicFramePr>
        <p:xfrm>
          <a:off x="6008456" y="1460699"/>
          <a:ext cx="4572000" cy="2892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4693718-F9FB-ABE7-1471-BA8EEFD9B2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091267"/>
              </p:ext>
            </p:extLst>
          </p:nvPr>
        </p:nvGraphicFramePr>
        <p:xfrm>
          <a:off x="5998728" y="41634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A7C0A4CC-6055-D8DC-5A93-1E6054ABA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55" y="4244726"/>
            <a:ext cx="4045699" cy="239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71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B9B0F-A77D-DC2B-5B36-9E1BE512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Detector at 45</a:t>
            </a:r>
            <a:r>
              <a:rPr lang="en-US" sz="3200" baseline="30000" dirty="0"/>
              <a:t>0</a:t>
            </a:r>
            <a:r>
              <a:rPr lang="en-US" sz="3200" dirty="0"/>
              <a:t>/60</a:t>
            </a:r>
            <a:r>
              <a:rPr lang="en-US" sz="3200" baseline="30000" dirty="0"/>
              <a:t>0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A4AD85-E512-1BC6-7773-E1E1023DC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𝑆𝑐𝑎𝑡𝑡𝑒𝑟𝑖𝑛𝑔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(45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=45±(12.53+3.11)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29.36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60.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𝑆𝑐𝑎𝑡𝑡𝑒𝑟𝑖𝑛𝑔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(600)=60±(12.53+3.11)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.36~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.64</m:t>
                    </m:r>
                  </m:oMath>
                </a14:m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A4AD85-E512-1BC6-7773-E1E1023DC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45CE56A-1025-7602-1D0F-2FAEBC67E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9325100"/>
              </p:ext>
            </p:extLst>
          </p:nvPr>
        </p:nvGraphicFramePr>
        <p:xfrm>
          <a:off x="502258" y="288433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B995072-2A04-D111-6679-A190D5E458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104886"/>
              </p:ext>
            </p:extLst>
          </p:nvPr>
        </p:nvGraphicFramePr>
        <p:xfrm>
          <a:off x="5447969" y="2778876"/>
          <a:ext cx="4572000" cy="308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692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D13C4-A01F-3241-5751-2A6246DD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C5F1-C2DA-31D0-D4B6-D9CB8F20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Overview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8CA330-A2A9-C0FF-0618-C724B0E24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506" y="1789162"/>
            <a:ext cx="4386494" cy="3641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06B44C-CE8D-60BE-C052-D43F341E2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75" y="1240527"/>
            <a:ext cx="4386495" cy="32636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C9BA1B5-CD45-6D2F-B44D-1B812708ACD2}"/>
              </a:ext>
            </a:extLst>
          </p:cNvPr>
          <p:cNvSpPr txBox="1">
            <a:spLocks/>
          </p:cNvSpPr>
          <p:nvPr/>
        </p:nvSpPr>
        <p:spPr>
          <a:xfrm>
            <a:off x="-205153" y="5223197"/>
            <a:ext cx="5832231" cy="1330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hlinkClick r:id="rId4" action="ppaction://hlinkfile"/>
              </a:rPr>
              <a:t>Geant4-ROOT- Excel</a:t>
            </a:r>
            <a:endParaRPr lang="en-US" dirty="0"/>
          </a:p>
          <a:p>
            <a:pPr algn="ctr"/>
            <a:r>
              <a:rPr lang="en-US" dirty="0"/>
              <a:t>Compton profile mapping</a:t>
            </a:r>
          </a:p>
          <a:p>
            <a:pPr algn="ctr"/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4215E-9CDC-8D8B-0CAA-2794C8C8E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425" y="1106649"/>
            <a:ext cx="3622925" cy="2373077"/>
          </a:xfrm>
          <a:prstGeom prst="rect">
            <a:avLst/>
          </a:prstGeom>
        </p:spPr>
      </p:pic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BED4AB8-D837-9BC1-0A84-214B6E78C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0028235"/>
              </p:ext>
            </p:extLst>
          </p:nvPr>
        </p:nvGraphicFramePr>
        <p:xfrm>
          <a:off x="4972464" y="3839255"/>
          <a:ext cx="3860260" cy="2405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622607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B84E-5158-3E44-9D44-D3DE3AE4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15329F-7F2F-49C6-2E67-1C934F055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328" y="1690688"/>
            <a:ext cx="4286714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FC68FF-35BD-F371-1FEB-59C128252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2854"/>
            <a:ext cx="5734850" cy="5715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062ED8-9641-F0B9-D8DF-CBC01E197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233" y="666364"/>
            <a:ext cx="5439534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67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8177-EA27-7DCF-057F-4DE34EE6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D1D4-FDBD-371A-C950-932B748F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86" y="476443"/>
            <a:ext cx="6174850" cy="65264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Scattering Range(at 30</a:t>
            </a:r>
            <a:r>
              <a:rPr lang="en-US" sz="2800" baseline="30000" dirty="0"/>
              <a:t>0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3A8A27-9D48-C1A4-73CC-903FF0F18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588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𝑆𝑐𝑎𝑡𝑡𝑒𝑟𝑖𝑛𝑔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1.94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4.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758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7583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0.388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𝑆𝑐𝑎𝑡𝑡𝑒𝑟𝑖𝑛𝑔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=30±(1.94+0.388)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27.672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32.328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3A8A27-9D48-C1A4-73CC-903FF0F18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5884"/>
                <a:ext cx="10515600" cy="4351338"/>
              </a:xfrm>
              <a:blipFill>
                <a:blip r:embed="rId2"/>
                <a:stretch>
                  <a:fillRect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4837B2FE-B88A-2261-9258-B933C6235646}"/>
              </a:ext>
            </a:extLst>
          </p:cNvPr>
          <p:cNvGrpSpPr/>
          <p:nvPr/>
        </p:nvGrpSpPr>
        <p:grpSpPr>
          <a:xfrm>
            <a:off x="838200" y="1809718"/>
            <a:ext cx="4159199" cy="1748726"/>
            <a:chOff x="6234479" y="3332916"/>
            <a:chExt cx="4159199" cy="1748726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22594E1-1E40-A2A3-2BD9-C239A3F31564}"/>
                </a:ext>
              </a:extLst>
            </p:cNvPr>
            <p:cNvGrpSpPr/>
            <p:nvPr/>
          </p:nvGrpSpPr>
          <p:grpSpPr>
            <a:xfrm>
              <a:off x="7370196" y="3991553"/>
              <a:ext cx="2584837" cy="915726"/>
              <a:chOff x="7370196" y="3991553"/>
              <a:chExt cx="2584837" cy="915726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661A5B3-4326-A3E3-3DBF-D00074B02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0196" y="4126727"/>
                <a:ext cx="2584837" cy="78055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7CDB1B83-D584-EFE2-A0CF-12820B28A54C}"/>
                  </a:ext>
                </a:extLst>
              </p:cNvPr>
              <p:cNvSpPr/>
              <p:nvPr/>
            </p:nvSpPr>
            <p:spPr>
              <a:xfrm>
                <a:off x="7863840" y="3991553"/>
                <a:ext cx="55659" cy="270344"/>
              </a:xfrm>
              <a:prstGeom prst="arc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Arc 41">
                <a:extLst>
                  <a:ext uri="{FF2B5EF4-FFF2-40B4-BE49-F238E27FC236}">
                    <a16:creationId xmlns:a16="http://schemas.microsoft.com/office/drawing/2014/main" id="{ECA1FAF3-C23F-AA6E-FA53-8509BBC10577}"/>
                  </a:ext>
                </a:extLst>
              </p:cNvPr>
              <p:cNvSpPr/>
              <p:nvPr/>
            </p:nvSpPr>
            <p:spPr>
              <a:xfrm rot="2739241">
                <a:off x="7969941" y="4040901"/>
                <a:ext cx="412079" cy="489358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C02E6B1-2CC1-1B8E-3DEF-7D8E93FA53F5}"/>
                </a:ext>
              </a:extLst>
            </p:cNvPr>
            <p:cNvGrpSpPr/>
            <p:nvPr/>
          </p:nvGrpSpPr>
          <p:grpSpPr>
            <a:xfrm>
              <a:off x="6234479" y="3332916"/>
              <a:ext cx="4159199" cy="1748726"/>
              <a:chOff x="6218578" y="3332916"/>
              <a:chExt cx="4159199" cy="174872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C601372-426F-8DB1-4BB0-75998F1196F8}"/>
                  </a:ext>
                </a:extLst>
              </p:cNvPr>
              <p:cNvGrpSpPr/>
              <p:nvPr/>
            </p:nvGrpSpPr>
            <p:grpSpPr>
              <a:xfrm>
                <a:off x="8558686" y="4556854"/>
                <a:ext cx="366424" cy="524788"/>
                <a:chOff x="8558686" y="4556854"/>
                <a:chExt cx="366424" cy="5247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9A855C24-83C0-0F6B-5569-A76EB6995E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58686" y="4866198"/>
                      <a:ext cx="36642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369CFCB8-C4BB-C2F8-9D18-D7E6F03110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58686" y="4866198"/>
                      <a:ext cx="366424" cy="2154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AB9A05DB-27C4-EBBB-4434-772175790D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714630" y="4556854"/>
                  <a:ext cx="27268" cy="35705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1C32624-7C59-4A5F-1A38-1F24BDC98FB8}"/>
                  </a:ext>
                </a:extLst>
              </p:cNvPr>
              <p:cNvGrpSpPr/>
              <p:nvPr/>
            </p:nvGrpSpPr>
            <p:grpSpPr>
              <a:xfrm>
                <a:off x="6218578" y="3332916"/>
                <a:ext cx="4159199" cy="1574358"/>
                <a:chOff x="6218578" y="3332921"/>
                <a:chExt cx="4159199" cy="1574358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B4C1BC6C-E88E-7978-C660-E8A734181625}"/>
                    </a:ext>
                  </a:extLst>
                </p:cNvPr>
                <p:cNvSpPr/>
                <p:nvPr/>
              </p:nvSpPr>
              <p:spPr>
                <a:xfrm>
                  <a:off x="7314539" y="3991553"/>
                  <a:ext cx="119933" cy="27034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A09DFFA8-777A-9A77-3620-C0351729A81A}"/>
                    </a:ext>
                  </a:extLst>
                </p:cNvPr>
                <p:cNvSpPr/>
                <p:nvPr/>
              </p:nvSpPr>
              <p:spPr>
                <a:xfrm>
                  <a:off x="9511085" y="3332921"/>
                  <a:ext cx="866692" cy="1574358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436609DF-0AC5-42CC-45D8-4B4E4C08B2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70196" y="4126727"/>
                  <a:ext cx="255303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90613D7-D2B0-8044-D4DD-A2AFBAAB6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3228" y="4126727"/>
                  <a:ext cx="0" cy="78055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81569C2-D3BA-D931-C9A4-6509C54344D9}"/>
                    </a:ext>
                  </a:extLst>
                </p:cNvPr>
                <p:cNvCxnSpPr>
                  <a:endCxn id="6" idx="4"/>
                </p:cNvCxnSpPr>
                <p:nvPr/>
              </p:nvCxnSpPr>
              <p:spPr>
                <a:xfrm>
                  <a:off x="7370196" y="4261898"/>
                  <a:ext cx="2574235" cy="645381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7FCB24E3-BDB2-CF79-3EEE-3F9D61558030}"/>
                    </a:ext>
                  </a:extLst>
                </p:cNvPr>
                <p:cNvSpPr/>
                <p:nvPr/>
              </p:nvSpPr>
              <p:spPr>
                <a:xfrm flipH="1">
                  <a:off x="8573495" y="4500438"/>
                  <a:ext cx="45719" cy="111319"/>
                </a:xfrm>
                <a:prstGeom prst="arc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01041035-AADD-140D-19DC-983955D5AA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95775" y="3943846"/>
                  <a:ext cx="1806604" cy="469008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0C7F9A86-4CAF-24EC-F3E3-6EF6D1E2A4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03039" y="3959747"/>
                      <a:ext cx="266227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AB5CF143-541F-3CFC-B215-6D01573B53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3039" y="3959747"/>
                      <a:ext cx="266227" cy="21544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2281854-8CE2-76D0-B840-0D0201F17A3F}"/>
                    </a:ext>
                  </a:extLst>
                </p:cNvPr>
                <p:cNvSpPr txBox="1"/>
                <p:nvPr/>
              </p:nvSpPr>
              <p:spPr>
                <a:xfrm>
                  <a:off x="9861425" y="4341412"/>
                  <a:ext cx="51285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0.5cm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CE511A6-28C4-6676-DD39-A940D62D443F}"/>
                    </a:ext>
                  </a:extLst>
                </p:cNvPr>
                <p:cNvSpPr txBox="1"/>
                <p:nvPr/>
              </p:nvSpPr>
              <p:spPr>
                <a:xfrm>
                  <a:off x="8704790" y="3921317"/>
                  <a:ext cx="637995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14.75 cm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AD9B7B9F-20DE-475F-0CF0-8B9A83BA84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02379" y="4175191"/>
                      <a:ext cx="303907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i="1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/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CED6C8DA-E9B0-EA1F-AFA3-E5FC75790B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02379" y="4175191"/>
                      <a:ext cx="303907" cy="21544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1F27FA7-6EF7-63B3-FDCA-899DEC198641}"/>
                    </a:ext>
                  </a:extLst>
                </p:cNvPr>
                <p:cNvSpPr txBox="1"/>
                <p:nvPr/>
              </p:nvSpPr>
              <p:spPr>
                <a:xfrm rot="1005011">
                  <a:off x="8588059" y="4391165"/>
                  <a:ext cx="73300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14.758cm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3D7EB29-D245-7867-E68C-211870CBFE1C}"/>
                    </a:ext>
                  </a:extLst>
                </p:cNvPr>
                <p:cNvSpPr txBox="1"/>
                <p:nvPr/>
              </p:nvSpPr>
              <p:spPr>
                <a:xfrm rot="20769300">
                  <a:off x="6218578" y="4086965"/>
                  <a:ext cx="827394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Incident beam</a:t>
                  </a:r>
                </a:p>
              </p:txBody>
            </p:sp>
          </p:grpSp>
        </p:grp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5FE947-9D39-B898-3626-D9DF272FF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0151" y="2175479"/>
            <a:ext cx="4010282" cy="261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86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8296-04DE-A11A-9D2F-9918FE1E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E8841C-DB7A-04D5-31DE-6B9C60FA5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7771" y="2696349"/>
            <a:ext cx="3162408" cy="3073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546EF7-62E6-6497-8999-1D0D4CEBD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2" y="2289575"/>
            <a:ext cx="3887388" cy="388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85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8841</TotalTime>
  <Words>744</Words>
  <Application>Microsoft Office PowerPoint</Application>
  <PresentationFormat>Widescreen</PresentationFormat>
  <Paragraphs>159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Calibri</vt:lpstr>
      <vt:lpstr>Cambria Math</vt:lpstr>
      <vt:lpstr>Monotype Corsiva</vt:lpstr>
      <vt:lpstr>Times New Roman</vt:lpstr>
      <vt:lpstr>Wingdings</vt:lpstr>
      <vt:lpstr>Office Theme</vt:lpstr>
      <vt:lpstr>Geant4 Simulation: Compton Profile Mapping</vt:lpstr>
      <vt:lpstr>Scattering Range(at 300)</vt:lpstr>
      <vt:lpstr>Ranges of Scattering Angle </vt:lpstr>
      <vt:lpstr>Detector Resolution</vt:lpstr>
      <vt:lpstr>Scattering Events and steps</vt:lpstr>
      <vt:lpstr>Compton Scattering from Tumor</vt:lpstr>
      <vt:lpstr>Scattering Events in the Detector(at 300)</vt:lpstr>
      <vt:lpstr>Geant4 Simulation With 6 detectors</vt:lpstr>
      <vt:lpstr>Geant4 Simulation With Single detector</vt:lpstr>
      <vt:lpstr>Is KN Formula Break down?</vt:lpstr>
      <vt:lpstr>Is KN Formula Break down(con.)</vt:lpstr>
      <vt:lpstr> Detector at 300</vt:lpstr>
      <vt:lpstr>Detector at 450/600</vt:lpstr>
      <vt:lpstr>Overview </vt:lpstr>
      <vt:lpstr>PowerPoint Presentation</vt:lpstr>
      <vt:lpstr>Scattering Range(at 300)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Rahman, Md</dc:creator>
  <cp:lastModifiedBy>Rahman, Md</cp:lastModifiedBy>
  <cp:revision>29</cp:revision>
  <dcterms:created xsi:type="dcterms:W3CDTF">2026-09-04T21:05:19Z</dcterms:created>
  <dcterms:modified xsi:type="dcterms:W3CDTF">2026-10-02T19:57:55Z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b311d3-aea9-4488-bc88-99739ecc7603_Enabled">
    <vt:lpwstr>true</vt:lpwstr>
  </property>
  <property fmtid="{D5CDD505-2E9C-101B-9397-08002B2CF9AE}" pid="3" name="MSIP_Label_8cb311d3-aea9-4488-bc88-99739ecc7603_SetDate">
    <vt:lpwstr>2026-09-04T21:05:19Z</vt:lpwstr>
  </property>
  <property fmtid="{D5CDD505-2E9C-101B-9397-08002B2CF9AE}" pid="4" name="MSIP_Label_8cb311d3-aea9-4488-bc88-99739ecc7603_Method">
    <vt:lpwstr>Standard</vt:lpwstr>
  </property>
  <property fmtid="{D5CDD505-2E9C-101B-9397-08002B2CF9AE}" pid="5" name="MSIP_Label_8cb311d3-aea9-4488-bc88-99739ecc7603_Name">
    <vt:lpwstr>Internal - University</vt:lpwstr>
  </property>
  <property fmtid="{D5CDD505-2E9C-101B-9397-08002B2CF9AE}" pid="6" name="MSIP_Label_8cb311d3-aea9-4488-bc88-99739ecc7603_SiteId">
    <vt:lpwstr>9c36a7d0-bf7b-4991-9b78-be91a52f0226</vt:lpwstr>
  </property>
  <property fmtid="{D5CDD505-2E9C-101B-9397-08002B2CF9AE}" pid="7" name="MSIP_Label_8cb311d3-aea9-4488-bc88-99739ecc7603_ActionId">
    <vt:lpwstr>294b7ea2-26dd-4b30-b2c9-cf7c7e1e7063</vt:lpwstr>
  </property>
  <property fmtid="{D5CDD505-2E9C-101B-9397-08002B2CF9AE}" pid="8" name="MSIP_Label_8cb311d3-aea9-4488-bc88-99739ecc7603_ContentBits">
    <vt:lpwstr>0</vt:lpwstr>
  </property>
  <property fmtid="{D5CDD505-2E9C-101B-9397-08002B2CF9AE}" pid="9" name="MSIP_Label_8cb311d3-aea9-4488-bc88-99739ecc7603_Tag">
    <vt:lpwstr>10, 3, 0, 1</vt:lpwstr>
  </property>
</Properties>
</file>