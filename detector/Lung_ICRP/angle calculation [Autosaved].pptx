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57" r:id="rId4"/>
    <p:sldId id="263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68" d="100"/>
          <a:sy n="68" d="100"/>
        </p:scale>
        <p:origin x="7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30C99-7121-1016-2465-1EDD7041D0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1D1657-A878-F84B-3847-9DD752F329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26C219-3CB7-2771-D93A-A4ADA5BAF8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93061-237A-7AB1-18E2-0FE16E2A5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CB9F83-0851-3E0F-EA6A-E6D6E17BFA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524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67CFE-2011-8B9C-8F92-773895DD1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4DC0FF-07C8-A1DF-0816-9E46F2C650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447FAD-9D43-E4AD-B30A-7B07C4FD1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99E2C5-B4A7-C9DF-161E-6A1B26034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6C5ADD-1D38-56BF-0A4D-AE64D1262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1947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A6931-B38F-6DA8-0566-02A393FFB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51F221-1514-1B86-916D-74F864C75A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8F19F9-656B-FF80-49A5-5DEE9B36C9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1C6EB-0EDF-61B1-B2E7-B4BA3E87D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D6812C-9328-61B7-6123-664BC6CD5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545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D9C43-A054-D4A9-E165-30D74305C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3512E-C22B-43D1-EB94-E350D83752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A4910D-3E82-295B-FBDC-83D6220551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0C0A97-C12B-3CF8-948E-BE0643CA68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71197A-199A-07DE-E5F3-D595CA3D7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B68FA8-A820-0B8C-A279-D8A8E3946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0607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A374D6-B31C-DE2B-15D7-FC6F693C51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C5ED80-4777-A07E-EBCC-5ED21DE77F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4FDEC4-9CCD-E6A9-8837-8DF687963B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77A1B71-CF3A-FBAE-B51E-86386C0E3F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39C6337-EF74-1B5E-882B-E02FEC0E8D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AF8F375-280C-1FC6-8047-001DC7152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04DCB5-8CD9-4430-6E72-DC71E618C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824CC66-6790-E773-6D08-9AEB11D2F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487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CFB36-9296-21F4-9D9C-C785028D7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6D7ACF-63F2-D0E6-945A-05565C13A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2E2AC5-616D-F968-E963-2E302FD13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80D34C-DD5B-456A-7766-6D35CDCC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264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094253-EDBC-FDB9-9D75-67779DB8C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6BC50CA-87B2-ACCA-CDC1-2BD48E10E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31F587-1A78-2B67-1629-3EFBBD147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3427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577EE-E971-82B9-00F5-8A02C39BC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69001-CAE8-0843-6BE3-DA27A00DF0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69A106-0487-0B2E-B78C-81B5C52397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FB81B1-8596-6C8B-BE19-8FAFF132E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AE8353-CC30-B694-5C51-FC9BEEFD5A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0E7281-A074-5256-D54E-44C372FD1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28932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F339A-EB15-B44F-4764-C4CEAA3F2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F77B91B-FE07-6984-23B4-FD02A046E5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797ACD-4E9A-AE6E-61C8-39B009C080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173AFB-44AC-7086-4F21-AB69BE8D2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06EED9-756C-B238-7DD9-D1281C4311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32BC89-B836-69A1-1B83-0C1B86B9D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6219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999FE-2517-F0E0-C7AE-AD37EA110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D399C4-A42D-B0D0-6E28-EDDD71DC9C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EF5AAC-2CF1-380B-93E6-AB37C88A0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0FF7F-F961-B016-469E-2D25F3CFD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07CF3A-6E41-7A5E-A6D8-F5FB7EFF8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187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0D2E8CD-CFBD-3B23-09BA-B18B89231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F0FC4D-0E20-6297-8102-34150B5D96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4FDBD8-D7EE-67DA-F59C-AA7B388CF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5E5D62-9784-46C5-BFE3-781FC20DDCC9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456E86-6A4E-37AD-67A3-5EBC3CF0E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3E0689-145D-FA4A-2539-101095EA8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7353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5491F4-6532-4922-43EA-A6CAB0C0F4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4DC070-7FA9-301D-DA6A-F2522DA096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32A304-2AE2-F0A3-165C-28EA42A9F4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5E5D62-9784-46C5-BFE3-781FC20DDCC9}" type="datetimeFigureOut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0A3E2-8B08-54FF-EB10-11A2645B59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1B9B30-52D5-95DF-E1C6-740ED1333B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E1671F-27FA-4C3F-B566-A1F81B5801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49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B36832-9282-DB0A-15CC-12051863D3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D46960-6359-D0F9-7013-3D503AF4786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0896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2A9AA-C370-2989-9672-0BC91829B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Ranges of Scattering Angle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93C7F-BBFF-55AD-A7A3-0A4204E11E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B192B0-1556-A20F-4B43-6CD49B3C1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4200" y="1825625"/>
            <a:ext cx="5943600" cy="396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234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325D36-AEE4-FBDD-5436-C38822C40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53A5A3-98CD-92CD-4000-AD9B9A7DA1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15884"/>
                <a:ext cx="10515600" cy="4351338"/>
              </a:xfrm>
            </p:spPr>
            <p:txBody>
              <a:bodyPr/>
              <a:lstStyle/>
              <a:p>
                <a:pPr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𝑆𝑐𝑎𝑡𝑡𝑒𝑟𝑖𝑛𝑔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𝑟𝑎𝑛𝑔𝑒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±(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)</a:t>
                </a:r>
              </a:p>
              <a:p>
                <a:pPr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(1/4.5)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12.53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endParaRPr lang="en-US" dirty="0"/>
              </a:p>
              <a:p>
                <a:pPr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0.25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4.5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  <m:sup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rad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b="0" i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0.25</m:t>
                            </m:r>
                          </m:num>
                          <m:den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4.61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3.11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endParaRPr lang="en-US" dirty="0"/>
              </a:p>
              <a:p>
                <a:pPr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𝑆𝑐𝑎𝑡𝑡𝑒𝑟𝑖𝑛𝑔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𝑟𝑎𝑛𝑔𝑒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=30±(12.53+3.11)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                                         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14.36~45.64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53A5A3-98CD-92CD-4000-AD9B9A7DA1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15884"/>
                <a:ext cx="10515600" cy="4351338"/>
              </a:xfrm>
              <a:blipFill>
                <a:blip r:embed="rId2"/>
                <a:stretch>
                  <a:fillRect t="-25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0" name="Group 59">
            <a:extLst>
              <a:ext uri="{FF2B5EF4-FFF2-40B4-BE49-F238E27FC236}">
                <a16:creationId xmlns:a16="http://schemas.microsoft.com/office/drawing/2014/main" id="{B147D211-F6CA-936E-647C-551828248B70}"/>
              </a:ext>
            </a:extLst>
          </p:cNvPr>
          <p:cNvGrpSpPr/>
          <p:nvPr/>
        </p:nvGrpSpPr>
        <p:grpSpPr>
          <a:xfrm>
            <a:off x="6926242" y="3332916"/>
            <a:ext cx="4159199" cy="1748726"/>
            <a:chOff x="6234479" y="3332916"/>
            <a:chExt cx="4159199" cy="1748726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10B13A33-BCE1-07DC-9284-7054D51581FD}"/>
                </a:ext>
              </a:extLst>
            </p:cNvPr>
            <p:cNvGrpSpPr/>
            <p:nvPr/>
          </p:nvGrpSpPr>
          <p:grpSpPr>
            <a:xfrm>
              <a:off x="7370196" y="3991553"/>
              <a:ext cx="2584837" cy="915726"/>
              <a:chOff x="7370196" y="3991553"/>
              <a:chExt cx="2584837" cy="915726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49C18F75-1293-4F9B-8D9D-83FA528BDC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0196" y="4126727"/>
                <a:ext cx="2584837" cy="78055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3" name="Arc 32">
                <a:extLst>
                  <a:ext uri="{FF2B5EF4-FFF2-40B4-BE49-F238E27FC236}">
                    <a16:creationId xmlns:a16="http://schemas.microsoft.com/office/drawing/2014/main" id="{992939D5-A499-2201-6924-A113649F1F82}"/>
                  </a:ext>
                </a:extLst>
              </p:cNvPr>
              <p:cNvSpPr/>
              <p:nvPr/>
            </p:nvSpPr>
            <p:spPr>
              <a:xfrm>
                <a:off x="7863840" y="3991553"/>
                <a:ext cx="55659" cy="270344"/>
              </a:xfrm>
              <a:prstGeom prst="arc">
                <a:avLst/>
              </a:prstGeom>
              <a:ln>
                <a:solidFill>
                  <a:srgbClr val="00B05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Arc 41">
                <a:extLst>
                  <a:ext uri="{FF2B5EF4-FFF2-40B4-BE49-F238E27FC236}">
                    <a16:creationId xmlns:a16="http://schemas.microsoft.com/office/drawing/2014/main" id="{60EB5D5C-6D07-0F32-0D83-6DC36FA52E74}"/>
                  </a:ext>
                </a:extLst>
              </p:cNvPr>
              <p:cNvSpPr/>
              <p:nvPr/>
            </p:nvSpPr>
            <p:spPr>
              <a:xfrm rot="2739241">
                <a:off x="7969941" y="4040901"/>
                <a:ext cx="412079" cy="489358"/>
              </a:xfrm>
              <a:prstGeom prst="arc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535DC987-6F10-A801-C753-97A240C0ED76}"/>
                </a:ext>
              </a:extLst>
            </p:cNvPr>
            <p:cNvGrpSpPr/>
            <p:nvPr/>
          </p:nvGrpSpPr>
          <p:grpSpPr>
            <a:xfrm>
              <a:off x="6234479" y="3332916"/>
              <a:ext cx="4159199" cy="1748726"/>
              <a:chOff x="6218578" y="3332916"/>
              <a:chExt cx="4159199" cy="1748726"/>
            </a:xfrm>
          </p:grpSpPr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12FA01B4-3F99-1F0E-BA75-96040C23DC42}"/>
                  </a:ext>
                </a:extLst>
              </p:cNvPr>
              <p:cNvGrpSpPr/>
              <p:nvPr/>
            </p:nvGrpSpPr>
            <p:grpSpPr>
              <a:xfrm>
                <a:off x="8558686" y="4556854"/>
                <a:ext cx="366424" cy="524788"/>
                <a:chOff x="8558686" y="4556854"/>
                <a:chExt cx="366424" cy="52478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6" name="TextBox 45">
                      <a:extLst>
                        <a:ext uri="{FF2B5EF4-FFF2-40B4-BE49-F238E27FC236}">
                          <a16:creationId xmlns:a16="http://schemas.microsoft.com/office/drawing/2014/main" id="{369CFCB8-C4BB-C2F8-9D18-D7E6F031109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558686" y="4866198"/>
                      <a:ext cx="36642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8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46" name="TextBox 45">
                      <a:extLst>
                        <a:ext uri="{FF2B5EF4-FFF2-40B4-BE49-F238E27FC236}">
                          <a16:creationId xmlns:a16="http://schemas.microsoft.com/office/drawing/2014/main" id="{369CFCB8-C4BB-C2F8-9D18-D7E6F031109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58686" y="4866198"/>
                      <a:ext cx="366424" cy="215444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48" name="Straight Arrow Connector 47">
                  <a:extLst>
                    <a:ext uri="{FF2B5EF4-FFF2-40B4-BE49-F238E27FC236}">
                      <a16:creationId xmlns:a16="http://schemas.microsoft.com/office/drawing/2014/main" id="{2945B130-B049-0D49-CBED-5D9CEA87F87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8714630" y="4556854"/>
                  <a:ext cx="27268" cy="357050"/>
                </a:xfrm>
                <a:prstGeom prst="straightConnector1">
                  <a:avLst/>
                </a:prstGeom>
                <a:ln>
                  <a:solidFill>
                    <a:schemeClr val="accent1">
                      <a:lumMod val="50000"/>
                    </a:schemeClr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6" name="Group 55">
                <a:extLst>
                  <a:ext uri="{FF2B5EF4-FFF2-40B4-BE49-F238E27FC236}">
                    <a16:creationId xmlns:a16="http://schemas.microsoft.com/office/drawing/2014/main" id="{1E44D3B7-67FC-5AB6-110A-2E9CFE098C75}"/>
                  </a:ext>
                </a:extLst>
              </p:cNvPr>
              <p:cNvGrpSpPr/>
              <p:nvPr/>
            </p:nvGrpSpPr>
            <p:grpSpPr>
              <a:xfrm>
                <a:off x="6218578" y="3332916"/>
                <a:ext cx="4159199" cy="1574358"/>
                <a:chOff x="6218578" y="3332921"/>
                <a:chExt cx="4159199" cy="1574358"/>
              </a:xfrm>
            </p:grpSpPr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A615EF2C-9A46-2D98-C59E-04013ACAED96}"/>
                    </a:ext>
                  </a:extLst>
                </p:cNvPr>
                <p:cNvSpPr/>
                <p:nvPr/>
              </p:nvSpPr>
              <p:spPr>
                <a:xfrm>
                  <a:off x="7314539" y="3991553"/>
                  <a:ext cx="119933" cy="270345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" name="Oval 5">
                  <a:extLst>
                    <a:ext uri="{FF2B5EF4-FFF2-40B4-BE49-F238E27FC236}">
                      <a16:creationId xmlns:a16="http://schemas.microsoft.com/office/drawing/2014/main" id="{80961F75-9932-B0E8-5C8D-0F5733645904}"/>
                    </a:ext>
                  </a:extLst>
                </p:cNvPr>
                <p:cNvSpPr/>
                <p:nvPr/>
              </p:nvSpPr>
              <p:spPr>
                <a:xfrm>
                  <a:off x="9511085" y="3332921"/>
                  <a:ext cx="866692" cy="1574358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" name="Straight Connector 7">
                  <a:extLst>
                    <a:ext uri="{FF2B5EF4-FFF2-40B4-BE49-F238E27FC236}">
                      <a16:creationId xmlns:a16="http://schemas.microsoft.com/office/drawing/2014/main" id="{0E3F8AA0-617B-A1A0-91CE-33505817E9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370196" y="4126727"/>
                  <a:ext cx="2553032" cy="0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2BBC6BCD-8F9F-764C-7C3F-394F6755FD9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923228" y="4126727"/>
                  <a:ext cx="0" cy="780552"/>
                </a:xfrm>
                <a:prstGeom prst="line">
                  <a:avLst/>
                </a:prstGeom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036AD066-4B48-70E4-120C-BA121979DF22}"/>
                    </a:ext>
                  </a:extLst>
                </p:cNvPr>
                <p:cNvCxnSpPr>
                  <a:endCxn id="6" idx="4"/>
                </p:cNvCxnSpPr>
                <p:nvPr/>
              </p:nvCxnSpPr>
              <p:spPr>
                <a:xfrm>
                  <a:off x="7370196" y="4261898"/>
                  <a:ext cx="2574235" cy="645381"/>
                </a:xfrm>
                <a:prstGeom prst="line">
                  <a:avLst/>
                </a:prstGeom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0" name="Arc 19">
                  <a:extLst>
                    <a:ext uri="{FF2B5EF4-FFF2-40B4-BE49-F238E27FC236}">
                      <a16:creationId xmlns:a16="http://schemas.microsoft.com/office/drawing/2014/main" id="{27C33095-03D0-999A-6F87-56A3FFDD1371}"/>
                    </a:ext>
                  </a:extLst>
                </p:cNvPr>
                <p:cNvSpPr/>
                <p:nvPr/>
              </p:nvSpPr>
              <p:spPr>
                <a:xfrm flipH="1">
                  <a:off x="8573495" y="4500438"/>
                  <a:ext cx="45719" cy="111319"/>
                </a:xfrm>
                <a:prstGeom prst="arc">
                  <a:avLst/>
                </a:prstGeom>
                <a:ln>
                  <a:solidFill>
                    <a:srgbClr val="FF0000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3" name="Straight Arrow Connector 22">
                  <a:extLst>
                    <a:ext uri="{FF2B5EF4-FFF2-40B4-BE49-F238E27FC236}">
                      <a16:creationId xmlns:a16="http://schemas.microsoft.com/office/drawing/2014/main" id="{75CF255E-A4E3-B3C2-E472-357DAE2B29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95775" y="3943846"/>
                  <a:ext cx="1806604" cy="469008"/>
                </a:xfrm>
                <a:prstGeom prst="straightConnector1">
                  <a:avLst/>
                </a:prstGeom>
                <a:ln>
                  <a:solidFill>
                    <a:srgbClr val="00B050"/>
                  </a:solidFill>
                  <a:tailEnd type="triangle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AB5CF143-541F-3CFC-B215-6D01573B537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703039" y="3959747"/>
                      <a:ext cx="266227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sz="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34" name="TextBox 33">
                      <a:extLst>
                        <a:ext uri="{FF2B5EF4-FFF2-40B4-BE49-F238E27FC236}">
                          <a16:creationId xmlns:a16="http://schemas.microsoft.com/office/drawing/2014/main" id="{AB5CF143-541F-3CFC-B215-6D01573B537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703039" y="3959747"/>
                      <a:ext cx="266227" cy="215444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1F7317DB-D92C-8F30-9567-7472F4488664}"/>
                    </a:ext>
                  </a:extLst>
                </p:cNvPr>
                <p:cNvSpPr txBox="1"/>
                <p:nvPr/>
              </p:nvSpPr>
              <p:spPr>
                <a:xfrm>
                  <a:off x="9955033" y="4341412"/>
                  <a:ext cx="380339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dirty="0"/>
                    <a:t>1cm</a:t>
                  </a:r>
                </a:p>
              </p:txBody>
            </p:sp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52456834-E2E4-02A4-D913-A821D1053355}"/>
                    </a:ext>
                  </a:extLst>
                </p:cNvPr>
                <p:cNvSpPr txBox="1"/>
                <p:nvPr/>
              </p:nvSpPr>
              <p:spPr>
                <a:xfrm>
                  <a:off x="8811370" y="3921317"/>
                  <a:ext cx="531415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dirty="0"/>
                    <a:t>4.5 cm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3" name="TextBox 42">
                      <a:extLst>
                        <a:ext uri="{FF2B5EF4-FFF2-40B4-BE49-F238E27FC236}">
                          <a16:creationId xmlns:a16="http://schemas.microsoft.com/office/drawing/2014/main" id="{CED6C8DA-E9B0-EA1F-AFA3-E5FC75790B9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02379" y="4175191"/>
                      <a:ext cx="303907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800" i="1" smtClean="0">
                                    <a:solidFill>
                                      <a:schemeClr val="accent3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800" i="1" smtClean="0">
                                    <a:solidFill>
                                      <a:schemeClr val="accent3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en-US" sz="800" b="0" i="1" smtClean="0">
                                    <a:solidFill>
                                      <a:schemeClr val="accent3">
                                        <a:lumMod val="7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800" dirty="0"/>
                    </a:p>
                  </p:txBody>
                </p:sp>
              </mc:Choice>
              <mc:Fallback xmlns="">
                <p:sp>
                  <p:nvSpPr>
                    <p:cNvPr id="43" name="TextBox 42">
                      <a:extLst>
                        <a:ext uri="{FF2B5EF4-FFF2-40B4-BE49-F238E27FC236}">
                          <a16:creationId xmlns:a16="http://schemas.microsoft.com/office/drawing/2014/main" id="{CED6C8DA-E9B0-EA1F-AFA3-E5FC75790B9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02379" y="4175191"/>
                      <a:ext cx="303907" cy="215444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59E6980E-952B-C24B-C91A-81760807864E}"/>
                    </a:ext>
                  </a:extLst>
                </p:cNvPr>
                <p:cNvSpPr txBox="1"/>
                <p:nvPr/>
              </p:nvSpPr>
              <p:spPr>
                <a:xfrm rot="1005011">
                  <a:off x="8715771" y="4409967"/>
                  <a:ext cx="602521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dirty="0"/>
                    <a:t>4.61 cm</a:t>
                  </a:r>
                </a:p>
              </p:txBody>
            </p:sp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F8756AAE-15DE-9AB7-CAA0-C6A1F194D477}"/>
                    </a:ext>
                  </a:extLst>
                </p:cNvPr>
                <p:cNvSpPr txBox="1"/>
                <p:nvPr/>
              </p:nvSpPr>
              <p:spPr>
                <a:xfrm rot="20769300">
                  <a:off x="6218578" y="4086965"/>
                  <a:ext cx="827394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800" dirty="0"/>
                    <a:t>Incident beam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7278260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EAC55-160D-A0AE-C6F6-6CD61A3F0A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8ABA34-36AE-636C-4C4E-AFFED87305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618871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Why the single-scatter Compton formula breaks down here</a:t>
            </a:r>
            <a:endParaRPr lang="en-US" dirty="0"/>
          </a:p>
          <a:p>
            <a:r>
              <a:rPr lang="en-US" dirty="0"/>
              <a:t>The Compton (Klein-Nishina) energy-angle relationship is only valid for </a:t>
            </a:r>
            <a:r>
              <a:rPr lang="en-US" b="1" dirty="0"/>
              <a:t>exactly one</a:t>
            </a:r>
            <a:r>
              <a:rPr lang="en-US" dirty="0"/>
              <a:t> scattering event</a:t>
            </a:r>
          </a:p>
          <a:p>
            <a:r>
              <a:rPr lang="en-US" dirty="0"/>
              <a:t>There is extra energy loss somewhere </a:t>
            </a:r>
            <a:r>
              <a:rPr lang="en-US" dirty="0" err="1"/>
              <a:t>inbetween</a:t>
            </a:r>
            <a:r>
              <a:rPr lang="en-US" dirty="0"/>
              <a:t> the tumor and detector: either by </a:t>
            </a:r>
            <a:r>
              <a:rPr lang="en-US" b="1" dirty="0"/>
              <a:t>additional Compton scattering (and/or other interactions).</a:t>
            </a:r>
          </a:p>
          <a:p>
            <a:endParaRPr lang="en-US" dirty="0"/>
          </a:p>
        </p:txBody>
      </p:sp>
      <p:pic>
        <p:nvPicPr>
          <p:cNvPr id="4" name="Content Placeholder 11">
            <a:extLst>
              <a:ext uri="{FF2B5EF4-FFF2-40B4-BE49-F238E27FC236}">
                <a16:creationId xmlns:a16="http://schemas.microsoft.com/office/drawing/2014/main" id="{AFCC467B-AF50-DCFF-6072-6E9BEC806D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5147" y="2505075"/>
            <a:ext cx="3697293" cy="3684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2430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74B8FC-CE53-92A9-0D3E-25B7AD14C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5BC87E4-18B4-5F71-E8E6-BB09B31A041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98070" y="1825625"/>
            <a:ext cx="939586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354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5E3C7-90A3-B879-9FB7-789B23C4B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13CEE-33A0-48E7-A44B-C88572EC1A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2ABCC4-BBE4-2CA4-E30E-618F05E9BC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2815"/>
            <a:ext cx="12192000" cy="6092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887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A92C2-DA26-2608-44D7-6C92627ED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E9334C0-C1EA-7D15-170F-9501482757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00671" y="1825625"/>
            <a:ext cx="939065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98119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FFA44-42D4-0E52-F624-917640140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439F914-0BD9-3509-6D21-47442B127D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91373" y="1825625"/>
            <a:ext cx="9409253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7429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642</TotalTime>
  <Words>92</Words>
  <Application>Microsoft Office PowerPoint</Application>
  <PresentationFormat>Widescreen</PresentationFormat>
  <Paragraphs>16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Wingdings</vt:lpstr>
      <vt:lpstr>Office Theme</vt:lpstr>
      <vt:lpstr>PowerPoint Presentation</vt:lpstr>
      <vt:lpstr>Ranges of Scattering Angle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Rahman, Md</dc:creator>
  <cp:lastModifiedBy>Rahman, Md</cp:lastModifiedBy>
  <cp:revision>5</cp:revision>
  <dcterms:created xsi:type="dcterms:W3CDTF">2026-09-04T21:05:19Z</dcterms:created>
  <dcterms:modified xsi:type="dcterms:W3CDTF">2026-09-11T02:16:02Z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cb311d3-aea9-4488-bc88-99739ecc7603_Enabled">
    <vt:lpwstr>true</vt:lpwstr>
  </property>
  <property fmtid="{D5CDD505-2E9C-101B-9397-08002B2CF9AE}" pid="3" name="MSIP_Label_8cb311d3-aea9-4488-bc88-99739ecc7603_SetDate">
    <vt:lpwstr>2026-09-04T21:05:19Z</vt:lpwstr>
  </property>
  <property fmtid="{D5CDD505-2E9C-101B-9397-08002B2CF9AE}" pid="4" name="MSIP_Label_8cb311d3-aea9-4488-bc88-99739ecc7603_Method">
    <vt:lpwstr>Standard</vt:lpwstr>
  </property>
  <property fmtid="{D5CDD505-2E9C-101B-9397-08002B2CF9AE}" pid="5" name="MSIP_Label_8cb311d3-aea9-4488-bc88-99739ecc7603_Name">
    <vt:lpwstr>Internal - University</vt:lpwstr>
  </property>
  <property fmtid="{D5CDD505-2E9C-101B-9397-08002B2CF9AE}" pid="6" name="MSIP_Label_8cb311d3-aea9-4488-bc88-99739ecc7603_SiteId">
    <vt:lpwstr>9c36a7d0-bf7b-4991-9b78-be91a52f0226</vt:lpwstr>
  </property>
  <property fmtid="{D5CDD505-2E9C-101B-9397-08002B2CF9AE}" pid="7" name="MSIP_Label_8cb311d3-aea9-4488-bc88-99739ecc7603_ActionId">
    <vt:lpwstr>294b7ea2-26dd-4b30-b2c9-cf7c7e1e7063</vt:lpwstr>
  </property>
  <property fmtid="{D5CDD505-2E9C-101B-9397-08002B2CF9AE}" pid="8" name="MSIP_Label_8cb311d3-aea9-4488-bc88-99739ecc7603_ContentBits">
    <vt:lpwstr>0</vt:lpwstr>
  </property>
  <property fmtid="{D5CDD505-2E9C-101B-9397-08002B2CF9AE}" pid="9" name="MSIP_Label_8cb311d3-aea9-4488-bc88-99739ecc7603_Tag">
    <vt:lpwstr>10, 3, 0, 1</vt:lpwstr>
  </property>
</Properties>
</file>